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67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锦润 王" userId="f2c1ae758e50804f" providerId="LiveId" clId="{7D7F201C-E68E-43E9-A2FB-34FF755966BF}"/>
    <pc:docChg chg="undo custSel mod addSld delSld modSld sldOrd addMainMaster delMainMaster modMainMaster modNotesMaster setSldSz">
      <pc:chgData name="锦润 王" userId="f2c1ae758e50804f" providerId="LiveId" clId="{7D7F201C-E68E-43E9-A2FB-34FF755966BF}" dt="2026-04-25T00:53:52.247" v="240" actId="26606"/>
      <pc:docMkLst>
        <pc:docMk/>
      </pc:docMkLst>
      <pc:sldChg chg="modSp add mod">
        <pc:chgData name="锦润 王" userId="f2c1ae758e50804f" providerId="LiveId" clId="{7D7F201C-E68E-43E9-A2FB-34FF755966BF}" dt="2026-04-24T02:58:04.409" v="23" actId="20577"/>
        <pc:sldMkLst>
          <pc:docMk/>
          <pc:sldMk cId="0" sldId="256"/>
        </pc:sldMkLst>
        <pc:spChg chg="mod">
          <ac:chgData name="锦润 王" userId="f2c1ae758e50804f" providerId="LiveId" clId="{7D7F201C-E68E-43E9-A2FB-34FF755966BF}" dt="2026-04-24T02:58:04.409" v="23" actId="20577"/>
          <ac:spMkLst>
            <pc:docMk/>
            <pc:sldMk cId="0" sldId="256"/>
            <ac:spMk id="18" creationId="{00000000-0000-0000-0000-000000000000}"/>
          </ac:spMkLst>
        </pc:spChg>
      </pc:sldChg>
      <pc:sldChg chg="modSp add mod">
        <pc:chgData name="锦润 王" userId="f2c1ae758e50804f" providerId="LiveId" clId="{7D7F201C-E68E-43E9-A2FB-34FF755966BF}" dt="2026-04-24T03:52:35.652" v="66" actId="14100"/>
        <pc:sldMkLst>
          <pc:docMk/>
          <pc:sldMk cId="0" sldId="257"/>
        </pc:sldMkLst>
        <pc:spChg chg="mod">
          <ac:chgData name="锦润 王" userId="f2c1ae758e50804f" providerId="LiveId" clId="{7D7F201C-E68E-43E9-A2FB-34FF755966BF}" dt="2026-04-24T03:52:13.810" v="56" actId="14100"/>
          <ac:spMkLst>
            <pc:docMk/>
            <pc:sldMk cId="0" sldId="257"/>
            <ac:spMk id="6" creationId="{00000000-0000-0000-0000-000000000000}"/>
          </ac:spMkLst>
        </pc:spChg>
        <pc:spChg chg="mod">
          <ac:chgData name="锦润 王" userId="f2c1ae758e50804f" providerId="LiveId" clId="{7D7F201C-E68E-43E9-A2FB-34FF755966BF}" dt="2026-04-24T03:52:35.652" v="66" actId="14100"/>
          <ac:spMkLst>
            <pc:docMk/>
            <pc:sldMk cId="0" sldId="257"/>
            <ac:spMk id="15" creationId="{00000000-0000-0000-0000-000000000000}"/>
          </ac:spMkLst>
        </pc:spChg>
        <pc:spChg chg="mod">
          <ac:chgData name="锦润 王" userId="f2c1ae758e50804f" providerId="LiveId" clId="{7D7F201C-E68E-43E9-A2FB-34FF755966BF}" dt="2026-04-24T03:52:25.697" v="62" actId="14100"/>
          <ac:spMkLst>
            <pc:docMk/>
            <pc:sldMk cId="0" sldId="257"/>
            <ac:spMk id="16" creationId="{00000000-0000-0000-0000-000000000000}"/>
          </ac:spMkLst>
        </pc:spChg>
      </pc:sldChg>
      <pc:sldChg chg="modSp add mod">
        <pc:chgData name="锦润 王" userId="f2c1ae758e50804f" providerId="LiveId" clId="{7D7F201C-E68E-43E9-A2FB-34FF755966BF}" dt="2026-04-24T03:53:12.392" v="105" actId="1076"/>
        <pc:sldMkLst>
          <pc:docMk/>
          <pc:sldMk cId="0" sldId="258"/>
        </pc:sldMkLst>
        <pc:spChg chg="mod">
          <ac:chgData name="锦润 王" userId="f2c1ae758e50804f" providerId="LiveId" clId="{7D7F201C-E68E-43E9-A2FB-34FF755966BF}" dt="2026-04-24T03:53:12.392" v="105" actId="1076"/>
          <ac:spMkLst>
            <pc:docMk/>
            <pc:sldMk cId="0" sldId="258"/>
            <ac:spMk id="31" creationId="{00000000-0000-0000-0000-000000000000}"/>
          </ac:spMkLst>
        </pc:spChg>
        <pc:spChg chg="mod">
          <ac:chgData name="锦润 王" userId="f2c1ae758e50804f" providerId="LiveId" clId="{7D7F201C-E68E-43E9-A2FB-34FF755966BF}" dt="2026-04-24T03:53:07.483" v="103" actId="20577"/>
          <ac:spMkLst>
            <pc:docMk/>
            <pc:sldMk cId="0" sldId="258"/>
            <ac:spMk id="35" creationId="{00000000-0000-0000-0000-000000000000}"/>
          </ac:spMkLst>
        </pc:spChg>
      </pc:sldChg>
      <pc:sldChg chg="delSp modSp add mod">
        <pc:chgData name="锦润 王" userId="f2c1ae758e50804f" providerId="LiveId" clId="{7D7F201C-E68E-43E9-A2FB-34FF755966BF}" dt="2026-04-24T05:13:03.078" v="228" actId="14100"/>
        <pc:sldMkLst>
          <pc:docMk/>
          <pc:sldMk cId="0" sldId="259"/>
        </pc:sldMkLst>
        <pc:spChg chg="del">
          <ac:chgData name="锦润 王" userId="f2c1ae758e50804f" providerId="LiveId" clId="{7D7F201C-E68E-43E9-A2FB-34FF755966BF}" dt="2026-04-24T02:58:31.491" v="24" actId="478"/>
          <ac:spMkLst>
            <pc:docMk/>
            <pc:sldMk cId="0" sldId="259"/>
            <ac:spMk id="20" creationId="{00000000-0000-0000-0000-000000000000}"/>
          </ac:spMkLst>
        </pc:spChg>
        <pc:spChg chg="del mod">
          <ac:chgData name="锦润 王" userId="f2c1ae758e50804f" providerId="LiveId" clId="{7D7F201C-E68E-43E9-A2FB-34FF755966BF}" dt="2026-04-24T02:58:48.656" v="29" actId="478"/>
          <ac:spMkLst>
            <pc:docMk/>
            <pc:sldMk cId="0" sldId="259"/>
            <ac:spMk id="21" creationId="{00000000-0000-0000-0000-000000000000}"/>
          </ac:spMkLst>
        </pc:spChg>
        <pc:spChg chg="del">
          <ac:chgData name="锦润 王" userId="f2c1ae758e50804f" providerId="LiveId" clId="{7D7F201C-E68E-43E9-A2FB-34FF755966BF}" dt="2026-04-24T02:58:44.948" v="27" actId="478"/>
          <ac:spMkLst>
            <pc:docMk/>
            <pc:sldMk cId="0" sldId="259"/>
            <ac:spMk id="22" creationId="{00000000-0000-0000-0000-000000000000}"/>
          </ac:spMkLst>
        </pc:spChg>
        <pc:spChg chg="del">
          <ac:chgData name="锦润 王" userId="f2c1ae758e50804f" providerId="LiveId" clId="{7D7F201C-E68E-43E9-A2FB-34FF755966BF}" dt="2026-04-24T02:58:44.948" v="27" actId="478"/>
          <ac:spMkLst>
            <pc:docMk/>
            <pc:sldMk cId="0" sldId="259"/>
            <ac:spMk id="23" creationId="{00000000-0000-0000-0000-000000000000}"/>
          </ac:spMkLst>
        </pc:spChg>
        <pc:spChg chg="del">
          <ac:chgData name="锦润 王" userId="f2c1ae758e50804f" providerId="LiveId" clId="{7D7F201C-E68E-43E9-A2FB-34FF755966BF}" dt="2026-04-24T02:58:44.948" v="27" actId="478"/>
          <ac:spMkLst>
            <pc:docMk/>
            <pc:sldMk cId="0" sldId="259"/>
            <ac:spMk id="24" creationId="{00000000-0000-0000-0000-000000000000}"/>
          </ac:spMkLst>
        </pc:spChg>
        <pc:spChg chg="del">
          <ac:chgData name="锦润 王" userId="f2c1ae758e50804f" providerId="LiveId" clId="{7D7F201C-E68E-43E9-A2FB-34FF755966BF}" dt="2026-04-24T02:58:44.948" v="27" actId="478"/>
          <ac:spMkLst>
            <pc:docMk/>
            <pc:sldMk cId="0" sldId="259"/>
            <ac:spMk id="25" creationId="{00000000-0000-0000-0000-000000000000}"/>
          </ac:spMkLst>
        </pc:spChg>
        <pc:spChg chg="del">
          <ac:chgData name="锦润 王" userId="f2c1ae758e50804f" providerId="LiveId" clId="{7D7F201C-E68E-43E9-A2FB-34FF755966BF}" dt="2026-04-24T02:58:44.948" v="27" actId="478"/>
          <ac:spMkLst>
            <pc:docMk/>
            <pc:sldMk cId="0" sldId="259"/>
            <ac:spMk id="26" creationId="{00000000-0000-0000-0000-000000000000}"/>
          </ac:spMkLst>
        </pc:spChg>
        <pc:spChg chg="del">
          <ac:chgData name="锦润 王" userId="f2c1ae758e50804f" providerId="LiveId" clId="{7D7F201C-E68E-43E9-A2FB-34FF755966BF}" dt="2026-04-24T02:58:44.948" v="27" actId="478"/>
          <ac:spMkLst>
            <pc:docMk/>
            <pc:sldMk cId="0" sldId="259"/>
            <ac:spMk id="27" creationId="{00000000-0000-0000-0000-000000000000}"/>
          </ac:spMkLst>
        </pc:spChg>
        <pc:spChg chg="del">
          <ac:chgData name="锦润 王" userId="f2c1ae758e50804f" providerId="LiveId" clId="{7D7F201C-E68E-43E9-A2FB-34FF755966BF}" dt="2026-04-24T02:58:44.948" v="27" actId="478"/>
          <ac:spMkLst>
            <pc:docMk/>
            <pc:sldMk cId="0" sldId="259"/>
            <ac:spMk id="28" creationId="{00000000-0000-0000-0000-000000000000}"/>
          </ac:spMkLst>
        </pc:spChg>
        <pc:spChg chg="del">
          <ac:chgData name="锦润 王" userId="f2c1ae758e50804f" providerId="LiveId" clId="{7D7F201C-E68E-43E9-A2FB-34FF755966BF}" dt="2026-04-24T02:58:44.948" v="27" actId="478"/>
          <ac:spMkLst>
            <pc:docMk/>
            <pc:sldMk cId="0" sldId="259"/>
            <ac:spMk id="29" creationId="{00000000-0000-0000-0000-000000000000}"/>
          </ac:spMkLst>
        </pc:spChg>
        <pc:spChg chg="mod">
          <ac:chgData name="锦润 王" userId="f2c1ae758e50804f" providerId="LiveId" clId="{7D7F201C-E68E-43E9-A2FB-34FF755966BF}" dt="2026-04-24T05:03:01.947" v="216" actId="14100"/>
          <ac:spMkLst>
            <pc:docMk/>
            <pc:sldMk cId="0" sldId="259"/>
            <ac:spMk id="30" creationId="{00000000-0000-0000-0000-000000000000}"/>
          </ac:spMkLst>
        </pc:spChg>
        <pc:spChg chg="mod">
          <ac:chgData name="锦润 王" userId="f2c1ae758e50804f" providerId="LiveId" clId="{7D7F201C-E68E-43E9-A2FB-34FF755966BF}" dt="2026-04-24T02:58:58.343" v="32" actId="1076"/>
          <ac:spMkLst>
            <pc:docMk/>
            <pc:sldMk cId="0" sldId="259"/>
            <ac:spMk id="31" creationId="{00000000-0000-0000-0000-000000000000}"/>
          </ac:spMkLst>
        </pc:spChg>
        <pc:spChg chg="mod">
          <ac:chgData name="锦润 王" userId="f2c1ae758e50804f" providerId="LiveId" clId="{7D7F201C-E68E-43E9-A2FB-34FF755966BF}" dt="2026-04-24T05:13:03.078" v="228" actId="14100"/>
          <ac:spMkLst>
            <pc:docMk/>
            <pc:sldMk cId="0" sldId="259"/>
            <ac:spMk id="32" creationId="{00000000-0000-0000-0000-000000000000}"/>
          </ac:spMkLst>
        </pc:spChg>
        <pc:spChg chg="mod">
          <ac:chgData name="锦润 王" userId="f2c1ae758e50804f" providerId="LiveId" clId="{7D7F201C-E68E-43E9-A2FB-34FF755966BF}" dt="2026-04-24T05:03:05.462" v="218" actId="14100"/>
          <ac:spMkLst>
            <pc:docMk/>
            <pc:sldMk cId="0" sldId="259"/>
            <ac:spMk id="33" creationId="{00000000-0000-0000-0000-000000000000}"/>
          </ac:spMkLst>
        </pc:spChg>
      </pc:sldChg>
      <pc:sldChg chg="addSp delSp modSp add mod">
        <pc:chgData name="锦润 王" userId="f2c1ae758e50804f" providerId="LiveId" clId="{7D7F201C-E68E-43E9-A2FB-34FF755966BF}" dt="2026-04-24T04:19:49.236" v="196" actId="20577"/>
        <pc:sldMkLst>
          <pc:docMk/>
          <pc:sldMk cId="0" sldId="260"/>
        </pc:sldMkLst>
        <pc:spChg chg="mod">
          <ac:chgData name="锦润 王" userId="f2c1ae758e50804f" providerId="LiveId" clId="{7D7F201C-E68E-43E9-A2FB-34FF755966BF}" dt="2026-04-24T03:21:35.664" v="48" actId="107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锦润 王" userId="f2c1ae758e50804f" providerId="LiveId" clId="{7D7F201C-E68E-43E9-A2FB-34FF755966BF}" dt="2026-04-24T03:16:18.301" v="36" actId="2660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锦润 王" userId="f2c1ae758e50804f" providerId="LiveId" clId="{7D7F201C-E68E-43E9-A2FB-34FF755966BF}" dt="2026-04-24T03:21:18.025" v="45" actId="20577"/>
          <ac:spMkLst>
            <pc:docMk/>
            <pc:sldMk cId="0" sldId="260"/>
            <ac:spMk id="32" creationId="{00000000-0000-0000-0000-000000000000}"/>
          </ac:spMkLst>
        </pc:spChg>
        <pc:spChg chg="mod">
          <ac:chgData name="锦润 王" userId="f2c1ae758e50804f" providerId="LiveId" clId="{7D7F201C-E68E-43E9-A2FB-34FF755966BF}" dt="2026-04-24T03:52:35.979" v="67" actId="26606"/>
          <ac:spMkLst>
            <pc:docMk/>
            <pc:sldMk cId="0" sldId="260"/>
            <ac:spMk id="33" creationId="{00000000-0000-0000-0000-000000000000}"/>
          </ac:spMkLst>
        </pc:spChg>
        <pc:spChg chg="mod">
          <ac:chgData name="锦润 王" userId="f2c1ae758e50804f" providerId="LiveId" clId="{7D7F201C-E68E-43E9-A2FB-34FF755966BF}" dt="2026-04-24T03:52:35.979" v="67" actId="26606"/>
          <ac:spMkLst>
            <pc:docMk/>
            <pc:sldMk cId="0" sldId="260"/>
            <ac:spMk id="34" creationId="{00000000-0000-0000-0000-000000000000}"/>
          </ac:spMkLst>
        </pc:spChg>
        <pc:spChg chg="mod">
          <ac:chgData name="锦润 王" userId="f2c1ae758e50804f" providerId="LiveId" clId="{7D7F201C-E68E-43E9-A2FB-34FF755966BF}" dt="2026-04-24T03:52:35.979" v="67" actId="26606"/>
          <ac:spMkLst>
            <pc:docMk/>
            <pc:sldMk cId="0" sldId="260"/>
            <ac:spMk id="36" creationId="{00000000-0000-0000-0000-000000000000}"/>
          </ac:spMkLst>
        </pc:spChg>
        <pc:spChg chg="mod">
          <ac:chgData name="锦润 王" userId="f2c1ae758e50804f" providerId="LiveId" clId="{7D7F201C-E68E-43E9-A2FB-34FF755966BF}" dt="2026-04-24T03:52:35.979" v="67" actId="26606"/>
          <ac:spMkLst>
            <pc:docMk/>
            <pc:sldMk cId="0" sldId="260"/>
            <ac:spMk id="37" creationId="{00000000-0000-0000-0000-000000000000}"/>
          </ac:spMkLst>
        </pc:spChg>
        <pc:spChg chg="mod">
          <ac:chgData name="锦润 王" userId="f2c1ae758e50804f" providerId="LiveId" clId="{7D7F201C-E68E-43E9-A2FB-34FF755966BF}" dt="2026-04-24T03:16:18.301" v="36" actId="26606"/>
          <ac:spMkLst>
            <pc:docMk/>
            <pc:sldMk cId="0" sldId="260"/>
            <ac:spMk id="38" creationId="{00000000-0000-0000-0000-000000000000}"/>
          </ac:spMkLst>
        </pc:spChg>
        <pc:spChg chg="mod">
          <ac:chgData name="锦润 王" userId="f2c1ae758e50804f" providerId="LiveId" clId="{7D7F201C-E68E-43E9-A2FB-34FF755966BF}" dt="2026-04-24T03:16:18.301" v="36" actId="26606"/>
          <ac:spMkLst>
            <pc:docMk/>
            <pc:sldMk cId="0" sldId="260"/>
            <ac:spMk id="40" creationId="{00000000-0000-0000-0000-000000000000}"/>
          </ac:spMkLst>
        </pc:spChg>
        <pc:spChg chg="mod">
          <ac:chgData name="锦润 王" userId="f2c1ae758e50804f" providerId="LiveId" clId="{7D7F201C-E68E-43E9-A2FB-34FF755966BF}" dt="2026-04-24T03:18:53.733" v="37" actId="26606"/>
          <ac:spMkLst>
            <pc:docMk/>
            <pc:sldMk cId="0" sldId="260"/>
            <ac:spMk id="41" creationId="{00000000-0000-0000-0000-000000000000}"/>
          </ac:spMkLst>
        </pc:spChg>
        <pc:spChg chg="mod">
          <ac:chgData name="锦润 王" userId="f2c1ae758e50804f" providerId="LiveId" clId="{7D7F201C-E68E-43E9-A2FB-34FF755966BF}" dt="2026-04-24T03:16:18.301" v="36" actId="26606"/>
          <ac:spMkLst>
            <pc:docMk/>
            <pc:sldMk cId="0" sldId="260"/>
            <ac:spMk id="42" creationId="{00000000-0000-0000-0000-000000000000}"/>
          </ac:spMkLst>
        </pc:spChg>
        <pc:spChg chg="mod">
          <ac:chgData name="锦润 王" userId="f2c1ae758e50804f" providerId="LiveId" clId="{7D7F201C-E68E-43E9-A2FB-34FF755966BF}" dt="2026-04-24T03:52:35.979" v="67" actId="26606"/>
          <ac:spMkLst>
            <pc:docMk/>
            <pc:sldMk cId="0" sldId="260"/>
            <ac:spMk id="43" creationId="{00000000-0000-0000-0000-000000000000}"/>
          </ac:spMkLst>
        </pc:spChg>
        <pc:spChg chg="mod">
          <ac:chgData name="锦润 王" userId="f2c1ae758e50804f" providerId="LiveId" clId="{7D7F201C-E68E-43E9-A2FB-34FF755966BF}" dt="2026-04-24T03:16:18.301" v="36" actId="26606"/>
          <ac:spMkLst>
            <pc:docMk/>
            <pc:sldMk cId="0" sldId="260"/>
            <ac:spMk id="44" creationId="{00000000-0000-0000-0000-000000000000}"/>
          </ac:spMkLst>
        </pc:spChg>
        <pc:spChg chg="mod">
          <ac:chgData name="锦润 王" userId="f2c1ae758e50804f" providerId="LiveId" clId="{7D7F201C-E68E-43E9-A2FB-34FF755966BF}" dt="2026-04-24T04:19:49.236" v="196" actId="20577"/>
          <ac:spMkLst>
            <pc:docMk/>
            <pc:sldMk cId="0" sldId="260"/>
            <ac:spMk id="45" creationId="{00000000-0000-0000-0000-000000000000}"/>
          </ac:spMkLst>
        </pc:spChg>
        <pc:spChg chg="mod">
          <ac:chgData name="锦润 王" userId="f2c1ae758e50804f" providerId="LiveId" clId="{7D7F201C-E68E-43E9-A2FB-34FF755966BF}" dt="2026-04-24T03:16:18.301" v="36" actId="26606"/>
          <ac:spMkLst>
            <pc:docMk/>
            <pc:sldMk cId="0" sldId="260"/>
            <ac:spMk id="46" creationId="{00000000-0000-0000-0000-000000000000}"/>
          </ac:spMkLst>
        </pc:spChg>
        <pc:spChg chg="mod">
          <ac:chgData name="锦润 王" userId="f2c1ae758e50804f" providerId="LiveId" clId="{7D7F201C-E68E-43E9-A2FB-34FF755966BF}" dt="2026-04-24T03:52:35.979" v="67" actId="26606"/>
          <ac:spMkLst>
            <pc:docMk/>
            <pc:sldMk cId="0" sldId="260"/>
            <ac:spMk id="47" creationId="{00000000-0000-0000-0000-000000000000}"/>
          </ac:spMkLst>
        </pc:spChg>
        <pc:spChg chg="mod">
          <ac:chgData name="锦润 王" userId="f2c1ae758e50804f" providerId="LiveId" clId="{7D7F201C-E68E-43E9-A2FB-34FF755966BF}" dt="2026-04-24T03:52:35.979" v="67" actId="26606"/>
          <ac:spMkLst>
            <pc:docMk/>
            <pc:sldMk cId="0" sldId="260"/>
            <ac:spMk id="48" creationId="{00000000-0000-0000-0000-000000000000}"/>
          </ac:spMkLst>
        </pc:spChg>
        <pc:spChg chg="add mod">
          <ac:chgData name="锦润 王" userId="f2c1ae758e50804f" providerId="LiveId" clId="{7D7F201C-E68E-43E9-A2FB-34FF755966BF}" dt="2026-04-24T03:52:35.979" v="67" actId="26606"/>
          <ac:spMkLst>
            <pc:docMk/>
            <pc:sldMk cId="0" sldId="260"/>
            <ac:spMk id="50" creationId="{00000000-0000-0000-0000-000000000000}"/>
          </ac:spMkLst>
        </pc:spChg>
        <pc:spChg chg="del mod">
          <ac:chgData name="锦润 王" userId="f2c1ae758e50804f" providerId="LiveId" clId="{7D7F201C-E68E-43E9-A2FB-34FF755966BF}" dt="2026-04-24T03:21:38.323" v="50" actId="478"/>
          <ac:spMkLst>
            <pc:docMk/>
            <pc:sldMk cId="0" sldId="260"/>
            <ac:spMk id="51" creationId="{00000000-0000-0000-0000-000000000000}"/>
          </ac:spMkLst>
        </pc:spChg>
        <pc:spChg chg="del mod">
          <ac:chgData name="锦润 王" userId="f2c1ae758e50804f" providerId="LiveId" clId="{7D7F201C-E68E-43E9-A2FB-34FF755966BF}" dt="2026-04-24T03:21:41.264" v="52" actId="478"/>
          <ac:spMkLst>
            <pc:docMk/>
            <pc:sldMk cId="0" sldId="260"/>
            <ac:spMk id="52" creationId="{00000000-0000-0000-0000-000000000000}"/>
          </ac:spMkLst>
        </pc:spChg>
        <pc:spChg chg="add mod">
          <ac:chgData name="锦润 王" userId="f2c1ae758e50804f" providerId="LiveId" clId="{7D7F201C-E68E-43E9-A2FB-34FF755966BF}" dt="2026-04-24T03:52:35.979" v="67" actId="26606"/>
          <ac:spMkLst>
            <pc:docMk/>
            <pc:sldMk cId="0" sldId="260"/>
            <ac:spMk id="55" creationId="{00000000-0000-0000-0000-000000000000}"/>
          </ac:spMkLst>
        </pc:spChg>
        <pc:spChg chg="add del">
          <ac:chgData name="锦润 王" userId="f2c1ae758e50804f" providerId="LiveId" clId="{7D7F201C-E68E-43E9-A2FB-34FF755966BF}" dt="2026-04-24T03:52:35.979" v="67" actId="26606"/>
          <ac:spMkLst>
            <pc:docMk/>
            <pc:sldMk cId="0" sldId="260"/>
            <ac:spMk id="56" creationId="{00000000-0000-0000-0000-000000000000}"/>
          </ac:spMkLst>
        </pc:spChg>
      </pc:sldChg>
      <pc:sldChg chg="modSp add mod">
        <pc:chgData name="锦润 王" userId="f2c1ae758e50804f" providerId="LiveId" clId="{7D7F201C-E68E-43E9-A2FB-34FF755966BF}" dt="2026-04-24T04:23:44.219" v="197" actId="1076"/>
        <pc:sldMkLst>
          <pc:docMk/>
          <pc:sldMk cId="0" sldId="261"/>
        </pc:sldMkLst>
        <pc:spChg chg="mod">
          <ac:chgData name="锦润 王" userId="f2c1ae758e50804f" providerId="LiveId" clId="{7D7F201C-E68E-43E9-A2FB-34FF755966BF}" dt="2026-04-24T04:23:44.219" v="197" actId="1076"/>
          <ac:spMkLst>
            <pc:docMk/>
            <pc:sldMk cId="0" sldId="261"/>
            <ac:spMk id="16" creationId="{00000000-0000-0000-0000-000000000000}"/>
          </ac:spMkLst>
        </pc:spChg>
      </pc:sldChg>
      <pc:sldChg chg="addSp delSp modSp add mod">
        <pc:chgData name="锦润 王" userId="f2c1ae758e50804f" providerId="LiveId" clId="{7D7F201C-E68E-43E9-A2FB-34FF755966BF}" dt="2026-04-24T04:19:25.596" v="195" actId="14100"/>
        <pc:sldMkLst>
          <pc:docMk/>
          <pc:sldMk cId="0" sldId="262"/>
        </pc:sldMkLst>
        <pc:picChg chg="del">
          <ac:chgData name="锦润 王" userId="f2c1ae758e50804f" providerId="LiveId" clId="{7D7F201C-E68E-43E9-A2FB-34FF755966BF}" dt="2026-04-24T04:16:31.319" v="167" actId="478"/>
          <ac:picMkLst>
            <pc:docMk/>
            <pc:sldMk cId="0" sldId="262"/>
            <ac:picMk id="7" creationId="{00000000-0000-0000-0000-000000000000}"/>
          </ac:picMkLst>
        </pc:picChg>
        <pc:picChg chg="del">
          <ac:chgData name="锦润 王" userId="f2c1ae758e50804f" providerId="LiveId" clId="{7D7F201C-E68E-43E9-A2FB-34FF755966BF}" dt="2026-04-24T04:16:30.732" v="166" actId="478"/>
          <ac:picMkLst>
            <pc:docMk/>
            <pc:sldMk cId="0" sldId="262"/>
            <ac:picMk id="19" creationId="{00000000-0000-0000-0000-000000000000}"/>
          </ac:picMkLst>
        </pc:picChg>
        <pc:picChg chg="del">
          <ac:chgData name="锦润 王" userId="f2c1ae758e50804f" providerId="LiveId" clId="{7D7F201C-E68E-43E9-A2FB-34FF755966BF}" dt="2026-04-24T04:16:31.858" v="168" actId="478"/>
          <ac:picMkLst>
            <pc:docMk/>
            <pc:sldMk cId="0" sldId="262"/>
            <ac:picMk id="25" creationId="{00000000-0000-0000-0000-000000000000}"/>
          </ac:picMkLst>
        </pc:picChg>
        <pc:picChg chg="add mod">
          <ac:chgData name="锦润 王" userId="f2c1ae758e50804f" providerId="LiveId" clId="{7D7F201C-E68E-43E9-A2FB-34FF755966BF}" dt="2026-04-24T04:18:32.871" v="178" actId="14100"/>
          <ac:picMkLst>
            <pc:docMk/>
            <pc:sldMk cId="0" sldId="262"/>
            <ac:picMk id="34" creationId="{22BD5AA5-74AD-AE18-C8FC-883A14E26EDC}"/>
          </ac:picMkLst>
        </pc:picChg>
        <pc:picChg chg="add mod">
          <ac:chgData name="锦润 王" userId="f2c1ae758e50804f" providerId="LiveId" clId="{7D7F201C-E68E-43E9-A2FB-34FF755966BF}" dt="2026-04-24T04:19:03.976" v="187" actId="1076"/>
          <ac:picMkLst>
            <pc:docMk/>
            <pc:sldMk cId="0" sldId="262"/>
            <ac:picMk id="36" creationId="{99F687A2-DAE9-C17F-774A-933AE11B5E0A}"/>
          </ac:picMkLst>
        </pc:picChg>
        <pc:picChg chg="add mod">
          <ac:chgData name="锦润 王" userId="f2c1ae758e50804f" providerId="LiveId" clId="{7D7F201C-E68E-43E9-A2FB-34FF755966BF}" dt="2026-04-24T04:19:25.596" v="195" actId="14100"/>
          <ac:picMkLst>
            <pc:docMk/>
            <pc:sldMk cId="0" sldId="262"/>
            <ac:picMk id="38" creationId="{2BEC7EA4-8B3A-58E6-416A-44F02201E44C}"/>
          </ac:picMkLst>
        </pc:picChg>
      </pc:sldChg>
      <pc:sldChg chg="add del">
        <pc:chgData name="锦润 王" userId="f2c1ae758e50804f" providerId="LiveId" clId="{7D7F201C-E68E-43E9-A2FB-34FF755966BF}" dt="2026-04-24T04:16:37.877" v="169" actId="2696"/>
        <pc:sldMkLst>
          <pc:docMk/>
          <pc:sldMk cId="0" sldId="263"/>
        </pc:sldMkLst>
      </pc:sldChg>
      <pc:sldChg chg="add">
        <pc:chgData name="锦润 王" userId="f2c1ae758e50804f" providerId="LiveId" clId="{7D7F201C-E68E-43E9-A2FB-34FF755966BF}" dt="2026-04-24T02:57:21.322" v="7" actId="26606"/>
        <pc:sldMkLst>
          <pc:docMk/>
          <pc:sldMk cId="0" sldId="264"/>
        </pc:sldMkLst>
      </pc:sldChg>
      <pc:sldChg chg="modSp add mod">
        <pc:chgData name="锦润 王" userId="f2c1ae758e50804f" providerId="LiveId" clId="{7D7F201C-E68E-43E9-A2FB-34FF755966BF}" dt="2026-04-24T04:39:14.898" v="209" actId="20577"/>
        <pc:sldMkLst>
          <pc:docMk/>
          <pc:sldMk cId="0" sldId="265"/>
        </pc:sldMkLst>
        <pc:spChg chg="mod">
          <ac:chgData name="锦润 王" userId="f2c1ae758e50804f" providerId="LiveId" clId="{7D7F201C-E68E-43E9-A2FB-34FF755966BF}" dt="2026-04-24T04:08:35.199" v="165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锦润 王" userId="f2c1ae758e50804f" providerId="LiveId" clId="{7D7F201C-E68E-43E9-A2FB-34FF755966BF}" dt="2026-04-24T03:55:10.733" v="160" actId="2057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锦润 王" userId="f2c1ae758e50804f" providerId="LiveId" clId="{7D7F201C-E68E-43E9-A2FB-34FF755966BF}" dt="2026-04-24T03:58:18.802" v="161" actId="26606"/>
          <ac:spMkLst>
            <pc:docMk/>
            <pc:sldMk cId="0" sldId="265"/>
            <ac:spMk id="17" creationId="{00000000-0000-0000-0000-000000000000}"/>
          </ac:spMkLst>
        </pc:spChg>
        <pc:spChg chg="mod">
          <ac:chgData name="锦润 王" userId="f2c1ae758e50804f" providerId="LiveId" clId="{7D7F201C-E68E-43E9-A2FB-34FF755966BF}" dt="2026-04-24T04:39:14.898" v="209" actId="20577"/>
          <ac:spMkLst>
            <pc:docMk/>
            <pc:sldMk cId="0" sldId="265"/>
            <ac:spMk id="20" creationId="{00000000-0000-0000-0000-000000000000}"/>
          </ac:spMkLst>
        </pc:spChg>
        <pc:spChg chg="mod">
          <ac:chgData name="锦润 王" userId="f2c1ae758e50804f" providerId="LiveId" clId="{7D7F201C-E68E-43E9-A2FB-34FF755966BF}" dt="2026-04-24T04:34:39.990" v="201" actId="26606"/>
          <ac:spMkLst>
            <pc:docMk/>
            <pc:sldMk cId="0" sldId="265"/>
            <ac:spMk id="32" creationId="{00000000-0000-0000-0000-000000000000}"/>
          </ac:spMkLst>
        </pc:spChg>
        <pc:spChg chg="mod">
          <ac:chgData name="锦润 王" userId="f2c1ae758e50804f" providerId="LiveId" clId="{7D7F201C-E68E-43E9-A2FB-34FF755966BF}" dt="2026-04-24T04:34:39.990" v="201" actId="26606"/>
          <ac:spMkLst>
            <pc:docMk/>
            <pc:sldMk cId="0" sldId="265"/>
            <ac:spMk id="35" creationId="{00000000-0000-0000-0000-000000000000}"/>
          </ac:spMkLst>
        </pc:spChg>
      </pc:sldChg>
      <pc:sldChg chg="addSp delSp add mod">
        <pc:chgData name="锦润 王" userId="f2c1ae758e50804f" providerId="LiveId" clId="{7D7F201C-E68E-43E9-A2FB-34FF755966BF}" dt="2026-04-24T04:24:09.852" v="200" actId="478"/>
        <pc:sldMkLst>
          <pc:docMk/>
          <pc:sldMk cId="0" sldId="266"/>
        </pc:sldMkLst>
        <pc:spChg chg="add del">
          <ac:chgData name="锦润 王" userId="f2c1ae758e50804f" providerId="LiveId" clId="{7D7F201C-E68E-43E9-A2FB-34FF755966BF}" dt="2026-04-24T04:24:09.852" v="200" actId="478"/>
          <ac:spMkLst>
            <pc:docMk/>
            <pc:sldMk cId="0" sldId="266"/>
            <ac:spMk id="3" creationId="{00000000-0000-0000-0000-000000000000}"/>
          </ac:spMkLst>
        </pc:spChg>
        <pc:spChg chg="del">
          <ac:chgData name="锦润 王" userId="f2c1ae758e50804f" providerId="LiveId" clId="{7D7F201C-E68E-43E9-A2FB-34FF755966BF}" dt="2026-04-24T04:24:09.852" v="200" actId="478"/>
          <ac:spMkLst>
            <pc:docMk/>
            <pc:sldMk cId="0" sldId="266"/>
            <ac:spMk id="5" creationId="{00000000-0000-0000-0000-000000000000}"/>
          </ac:spMkLst>
        </pc:spChg>
        <pc:spChg chg="del">
          <ac:chgData name="锦润 王" userId="f2c1ae758e50804f" providerId="LiveId" clId="{7D7F201C-E68E-43E9-A2FB-34FF755966BF}" dt="2026-04-24T04:24:09.852" v="200" actId="478"/>
          <ac:spMkLst>
            <pc:docMk/>
            <pc:sldMk cId="0" sldId="266"/>
            <ac:spMk id="6" creationId="{00000000-0000-0000-0000-000000000000}"/>
          </ac:spMkLst>
        </pc:spChg>
        <pc:spChg chg="del">
          <ac:chgData name="锦润 王" userId="f2c1ae758e50804f" providerId="LiveId" clId="{7D7F201C-E68E-43E9-A2FB-34FF755966BF}" dt="2026-04-24T04:24:09.852" v="200" actId="478"/>
          <ac:spMkLst>
            <pc:docMk/>
            <pc:sldMk cId="0" sldId="266"/>
            <ac:spMk id="7" creationId="{00000000-0000-0000-0000-000000000000}"/>
          </ac:spMkLst>
        </pc:spChg>
        <pc:picChg chg="del">
          <ac:chgData name="锦润 王" userId="f2c1ae758e50804f" providerId="LiveId" clId="{7D7F201C-E68E-43E9-A2FB-34FF755966BF}" dt="2026-04-24T04:24:09.852" v="200" actId="478"/>
          <ac:picMkLst>
            <pc:docMk/>
            <pc:sldMk cId="0" sldId="266"/>
            <ac:picMk id="4" creationId="{00000000-0000-0000-0000-000000000000}"/>
          </ac:picMkLst>
        </pc:picChg>
      </pc:sldChg>
      <pc:sldChg chg="modSp add mod ord">
        <pc:chgData name="锦润 王" userId="f2c1ae758e50804f" providerId="LiveId" clId="{7D7F201C-E68E-43E9-A2FB-34FF755966BF}" dt="2026-04-25T00:53:52.247" v="240" actId="26606"/>
        <pc:sldMkLst>
          <pc:docMk/>
          <pc:sldMk cId="0" sldId="267"/>
        </pc:sldMkLst>
        <pc:spChg chg="mod">
          <ac:chgData name="锦润 王" userId="f2c1ae758e50804f" providerId="LiveId" clId="{7D7F201C-E68E-43E9-A2FB-34FF755966BF}" dt="2026-04-25T00:53:52.247" v="240" actId="26606"/>
          <ac:spMkLst>
            <pc:docMk/>
            <pc:sldMk cId="0" sldId="267"/>
            <ac:spMk id="9" creationId="{00000000-0000-0000-0000-000000000000}"/>
          </ac:spMkLst>
        </pc:spChg>
      </pc:sldChg>
      <pc:sldChg chg="delSp modSp del mod replId">
        <pc:chgData name="锦润 王" userId="f2c1ae758e50804f" providerId="LiveId" clId="{7D7F201C-E68E-43E9-A2FB-34FF755966BF}" dt="2026-04-24T02:57:21.322" v="7" actId="26606"/>
        <pc:sldMkLst>
          <pc:docMk/>
          <pc:sldMk cId="1317917088" sldId="267"/>
        </pc:sldMkLst>
        <pc:picChg chg="del mod">
          <ac:chgData name="锦润 王" userId="f2c1ae758e50804f" providerId="LiveId" clId="{7D7F201C-E68E-43E9-A2FB-34FF755966BF}" dt="2026-04-24T02:50:58.193" v="4" actId="478"/>
          <ac:picMkLst>
            <pc:docMk/>
            <pc:sldMk cId="1317917088" sldId="267"/>
            <ac:picMk id="13" creationId="{61C28C77-F8FF-8A07-557E-35C0F217AF4E}"/>
          </ac:picMkLst>
        </pc:picChg>
      </pc:sldChg>
      <pc:sldChg chg="del replId">
        <pc:chgData name="锦润 王" userId="f2c1ae758e50804f" providerId="LiveId" clId="{7D7F201C-E68E-43E9-A2FB-34FF755966BF}" dt="2026-04-24T02:57:21.322" v="7" actId="26606"/>
        <pc:sldMkLst>
          <pc:docMk/>
          <pc:sldMk cId="2156075301" sldId="268"/>
        </pc:sldMkLst>
      </pc:sldChg>
      <pc:sldChg chg="del replId">
        <pc:chgData name="锦润 王" userId="f2c1ae758e50804f" providerId="LiveId" clId="{7D7F201C-E68E-43E9-A2FB-34FF755966BF}" dt="2026-04-24T02:57:21.322" v="7" actId="26606"/>
        <pc:sldMkLst>
          <pc:docMk/>
          <pc:sldMk cId="1118250500" sldId="269"/>
        </pc:sldMkLst>
      </pc:sldChg>
      <pc:sldChg chg="del replId">
        <pc:chgData name="锦润 王" userId="f2c1ae758e50804f" providerId="LiveId" clId="{7D7F201C-E68E-43E9-A2FB-34FF755966BF}" dt="2026-04-24T02:57:21.322" v="7" actId="26606"/>
        <pc:sldMkLst>
          <pc:docMk/>
          <pc:sldMk cId="4190917843" sldId="270"/>
        </pc:sldMkLst>
      </pc:sldChg>
      <pc:sldChg chg="del replId">
        <pc:chgData name="锦润 王" userId="f2c1ae758e50804f" providerId="LiveId" clId="{7D7F201C-E68E-43E9-A2FB-34FF755966BF}" dt="2026-04-24T02:57:21.322" v="7" actId="26606"/>
        <pc:sldMkLst>
          <pc:docMk/>
          <pc:sldMk cId="731440766" sldId="271"/>
        </pc:sldMkLst>
      </pc:sldChg>
      <pc:sldChg chg="del replId">
        <pc:chgData name="锦润 王" userId="f2c1ae758e50804f" providerId="LiveId" clId="{7D7F201C-E68E-43E9-A2FB-34FF755966BF}" dt="2026-04-24T02:57:21.322" v="7" actId="26606"/>
        <pc:sldMkLst>
          <pc:docMk/>
          <pc:sldMk cId="1200295426" sldId="272"/>
        </pc:sldMkLst>
      </pc:sldChg>
      <pc:sldChg chg="del replId">
        <pc:chgData name="锦润 王" userId="f2c1ae758e50804f" providerId="LiveId" clId="{7D7F201C-E68E-43E9-A2FB-34FF755966BF}" dt="2026-04-24T02:57:21.322" v="7" actId="26606"/>
        <pc:sldMkLst>
          <pc:docMk/>
          <pc:sldMk cId="4247538551" sldId="273"/>
        </pc:sldMkLst>
      </pc:sldChg>
      <pc:sldChg chg="del replId">
        <pc:chgData name="锦润 王" userId="f2c1ae758e50804f" providerId="LiveId" clId="{7D7F201C-E68E-43E9-A2FB-34FF755966BF}" dt="2026-04-24T02:57:21.322" v="7" actId="26606"/>
        <pc:sldMkLst>
          <pc:docMk/>
          <pc:sldMk cId="4214835308" sldId="274"/>
        </pc:sldMkLst>
      </pc:sldChg>
      <pc:sldChg chg="del replId">
        <pc:chgData name="锦润 王" userId="f2c1ae758e50804f" providerId="LiveId" clId="{7D7F201C-E68E-43E9-A2FB-34FF755966BF}" dt="2026-04-24T02:57:21.322" v="7" actId="26606"/>
        <pc:sldMkLst>
          <pc:docMk/>
          <pc:sldMk cId="509918812" sldId="275"/>
        </pc:sldMkLst>
      </pc:sldChg>
      <pc:sldChg chg="del replId">
        <pc:chgData name="锦润 王" userId="f2c1ae758e50804f" providerId="LiveId" clId="{7D7F201C-E68E-43E9-A2FB-34FF755966BF}" dt="2026-04-24T02:57:21.322" v="7" actId="26606"/>
        <pc:sldMkLst>
          <pc:docMk/>
          <pc:sldMk cId="1396458266" sldId="276"/>
        </pc:sldMkLst>
      </pc:sldChg>
      <pc:sldChg chg="del replId">
        <pc:chgData name="锦润 王" userId="f2c1ae758e50804f" providerId="LiveId" clId="{7D7F201C-E68E-43E9-A2FB-34FF755966BF}" dt="2026-04-24T02:57:21.322" v="7" actId="26606"/>
        <pc:sldMkLst>
          <pc:docMk/>
          <pc:sldMk cId="4098859594" sldId="277"/>
        </pc:sldMkLst>
      </pc:sldChg>
      <pc:sldMasterChg chg="add addSldLayout">
        <pc:chgData name="锦润 王" userId="f2c1ae758e50804f" providerId="LiveId" clId="{7D7F201C-E68E-43E9-A2FB-34FF755966BF}" dt="2026-04-24T02:57:21.322" v="7" actId="26606"/>
        <pc:sldMasterMkLst>
          <pc:docMk/>
          <pc:sldMasterMk cId="0" sldId="2147483648"/>
        </pc:sldMasterMkLst>
        <pc:sldLayoutChg chg="add">
          <pc:chgData name="锦润 王" userId="f2c1ae758e50804f" providerId="LiveId" clId="{7D7F201C-E68E-43E9-A2FB-34FF755966BF}" dt="2026-04-24T02:57:21.322" v="7" actId="26606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del replId delSldLayout modSldLayout">
        <pc:chgData name="锦润 王" userId="f2c1ae758e50804f" providerId="LiveId" clId="{7D7F201C-E68E-43E9-A2FB-34FF755966BF}" dt="2026-04-24T02:57:21.322" v="7" actId="26606"/>
        <pc:sldMasterMkLst>
          <pc:docMk/>
          <pc:sldMasterMk cId="1812547175" sldId="2147483660"/>
        </pc:sldMasterMkLst>
        <pc:sldLayoutChg chg="del">
          <pc:chgData name="锦润 王" userId="f2c1ae758e50804f" providerId="LiveId" clId="{7D7F201C-E68E-43E9-A2FB-34FF755966BF}" dt="2026-04-24T02:57:21.322" v="7" actId="26606"/>
          <pc:sldLayoutMkLst>
            <pc:docMk/>
            <pc:sldMasterMk cId="1812547175" sldId="2147483660"/>
            <pc:sldLayoutMk cId="3981251518" sldId="2147483650"/>
          </pc:sldLayoutMkLst>
        </pc:sldLayoutChg>
        <pc:sldLayoutChg chg="del">
          <pc:chgData name="锦润 王" userId="f2c1ae758e50804f" providerId="LiveId" clId="{7D7F201C-E68E-43E9-A2FB-34FF755966BF}" dt="2026-04-24T02:57:21.322" v="7" actId="26606"/>
          <pc:sldLayoutMkLst>
            <pc:docMk/>
            <pc:sldMasterMk cId="1812547175" sldId="2147483660"/>
            <pc:sldLayoutMk cId="2948134970" sldId="2147483651"/>
          </pc:sldLayoutMkLst>
        </pc:sldLayoutChg>
        <pc:sldLayoutChg chg="del">
          <pc:chgData name="锦润 王" userId="f2c1ae758e50804f" providerId="LiveId" clId="{7D7F201C-E68E-43E9-A2FB-34FF755966BF}" dt="2026-04-24T02:57:21.322" v="7" actId="26606"/>
          <pc:sldLayoutMkLst>
            <pc:docMk/>
            <pc:sldMasterMk cId="1812547175" sldId="2147483660"/>
            <pc:sldLayoutMk cId="3543296056" sldId="2147483652"/>
          </pc:sldLayoutMkLst>
        </pc:sldLayoutChg>
        <pc:sldLayoutChg chg="del">
          <pc:chgData name="锦润 王" userId="f2c1ae758e50804f" providerId="LiveId" clId="{7D7F201C-E68E-43E9-A2FB-34FF755966BF}" dt="2026-04-24T02:57:21.322" v="7" actId="26606"/>
          <pc:sldLayoutMkLst>
            <pc:docMk/>
            <pc:sldMasterMk cId="1812547175" sldId="2147483660"/>
            <pc:sldLayoutMk cId="1749706347" sldId="2147483653"/>
          </pc:sldLayoutMkLst>
        </pc:sldLayoutChg>
        <pc:sldLayoutChg chg="del">
          <pc:chgData name="锦润 王" userId="f2c1ae758e50804f" providerId="LiveId" clId="{7D7F201C-E68E-43E9-A2FB-34FF755966BF}" dt="2026-04-24T02:57:21.322" v="7" actId="26606"/>
          <pc:sldLayoutMkLst>
            <pc:docMk/>
            <pc:sldMasterMk cId="1812547175" sldId="2147483660"/>
            <pc:sldLayoutMk cId="3822611003" sldId="2147483654"/>
          </pc:sldLayoutMkLst>
        </pc:sldLayoutChg>
        <pc:sldLayoutChg chg="del">
          <pc:chgData name="锦润 王" userId="f2c1ae758e50804f" providerId="LiveId" clId="{7D7F201C-E68E-43E9-A2FB-34FF755966BF}" dt="2026-04-24T02:57:21.322" v="7" actId="26606"/>
          <pc:sldLayoutMkLst>
            <pc:docMk/>
            <pc:sldMasterMk cId="1812547175" sldId="2147483660"/>
            <pc:sldLayoutMk cId="3540532759" sldId="2147483655"/>
          </pc:sldLayoutMkLst>
        </pc:sldLayoutChg>
        <pc:sldLayoutChg chg="del">
          <pc:chgData name="锦润 王" userId="f2c1ae758e50804f" providerId="LiveId" clId="{7D7F201C-E68E-43E9-A2FB-34FF755966BF}" dt="2026-04-24T02:57:21.322" v="7" actId="26606"/>
          <pc:sldLayoutMkLst>
            <pc:docMk/>
            <pc:sldMasterMk cId="1812547175" sldId="2147483660"/>
            <pc:sldLayoutMk cId="61028303" sldId="2147483656"/>
          </pc:sldLayoutMkLst>
        </pc:sldLayoutChg>
        <pc:sldLayoutChg chg="del">
          <pc:chgData name="锦润 王" userId="f2c1ae758e50804f" providerId="LiveId" clId="{7D7F201C-E68E-43E9-A2FB-34FF755966BF}" dt="2026-04-24T02:57:21.322" v="7" actId="26606"/>
          <pc:sldLayoutMkLst>
            <pc:docMk/>
            <pc:sldMasterMk cId="1812547175" sldId="2147483660"/>
            <pc:sldLayoutMk cId="1028899460" sldId="2147483657"/>
          </pc:sldLayoutMkLst>
        </pc:sldLayoutChg>
        <pc:sldLayoutChg chg="del">
          <pc:chgData name="锦润 王" userId="f2c1ae758e50804f" providerId="LiveId" clId="{7D7F201C-E68E-43E9-A2FB-34FF755966BF}" dt="2026-04-24T02:57:21.322" v="7" actId="26606"/>
          <pc:sldLayoutMkLst>
            <pc:docMk/>
            <pc:sldMasterMk cId="1812547175" sldId="2147483660"/>
            <pc:sldLayoutMk cId="3337246091" sldId="2147483658"/>
          </pc:sldLayoutMkLst>
        </pc:sldLayoutChg>
        <pc:sldLayoutChg chg="del">
          <pc:chgData name="锦润 王" userId="f2c1ae758e50804f" providerId="LiveId" clId="{7D7F201C-E68E-43E9-A2FB-34FF755966BF}" dt="2026-04-24T02:57:21.322" v="7" actId="26606"/>
          <pc:sldLayoutMkLst>
            <pc:docMk/>
            <pc:sldMasterMk cId="1812547175" sldId="2147483660"/>
            <pc:sldLayoutMk cId="1705511394" sldId="2147483659"/>
          </pc:sldLayoutMkLst>
        </pc:sldLayoutChg>
        <pc:sldLayoutChg chg="del replId">
          <pc:chgData name="锦润 王" userId="f2c1ae758e50804f" providerId="LiveId" clId="{7D7F201C-E68E-43E9-A2FB-34FF755966BF}" dt="2026-04-24T02:57:21.322" v="7" actId="26606"/>
          <pc:sldLayoutMkLst>
            <pc:docMk/>
            <pc:sldMasterMk cId="1812547175" sldId="2147483660"/>
            <pc:sldLayoutMk cId="557431031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7463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602175" cy="6858000"/>
          </a:xfrm>
          <a:prstGeom prst="rect">
            <a:avLst/>
          </a:prstGeom>
          <a:solidFill>
            <a:srgbClr val="0E1A3C"/>
          </a:solidFill>
          <a:ln w="12700">
            <a:solidFill>
              <a:srgbClr val="0E1A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7589520" y="0"/>
            <a:ext cx="73152" cy="6858000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E8B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毕业设计答辩  ·  2026 年 4 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Spring Boot + Vue 的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个人双链笔记系统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731520" y="3520440"/>
            <a:ext cx="914400" cy="54864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D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围绕个人知识管理场景，构建记录、关联、检索与可视化的一体化闭环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66344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0E1A3C"/>
          </a:solidFill>
          <a:ln w="9525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B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双链笔记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57400" y="4663440"/>
            <a:ext cx="2788920" cy="384048"/>
          </a:xfrm>
          <a:prstGeom prst="roundRect">
            <a:avLst>
              <a:gd name="adj" fmla="val 19048"/>
            </a:avLst>
          </a:prstGeom>
          <a:solidFill>
            <a:srgbClr val="0E1A3C"/>
          </a:solidFill>
          <a:ln w="9525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057400" y="466344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B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编辑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83480" y="466344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0E1A3C"/>
          </a:solidFill>
          <a:ln w="9525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983480" y="46634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B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检索导航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466344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0E1A3C"/>
          </a:solidFill>
          <a:ln w="9525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309360" y="46634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B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55321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 err="1">
                <a:solidFill>
                  <a:srgbClr val="E8B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</a:t>
            </a: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r>
              <a:rPr lang="zh-CN" alt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王锦润</a:t>
            </a:r>
            <a:endParaRPr lang="en-US" altLang="zh-CN" sz="1400" dirty="0">
              <a:solidFill>
                <a:srgbClr val="FFFFF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 err="1">
                <a:solidFill>
                  <a:srgbClr val="E8B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</a:t>
            </a: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2230090315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82296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C692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0" dirty="0"/>
          </a:p>
        </p:txBody>
      </p:sp>
      <p:sp>
        <p:nvSpPr>
          <p:cNvPr id="20" name="Text 18"/>
          <p:cNvSpPr/>
          <p:nvPr/>
        </p:nvSpPr>
        <p:spPr>
          <a:xfrm>
            <a:off x="8229600" y="28346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THESIS</a:t>
            </a:r>
            <a:endParaRPr lang="en-US" sz="2800" dirty="0"/>
          </a:p>
          <a:p>
            <a:pPr marL="0" indent="0">
              <a:buNone/>
            </a:pPr>
            <a:r>
              <a:rPr lang="en-US" sz="2800" b="1" kern="0" spc="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DEFENSE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8229600" y="4343400"/>
            <a:ext cx="548640" cy="36576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22960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D7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Boot · Vue · Knowledge Graph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Bilink"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Accent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itle"/>
          <p:cNvSpPr/>
          <p:nvPr/>
        </p:nvSpPr>
        <p:spPr>
          <a:xfrm>
            <a:off x="685800" y="365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600" b="1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双向链接：定义与应用</a:t>
            </a:r>
            <a:endParaRPr lang="zh-CN" sz="2600"/>
          </a:p>
        </p:txBody>
      </p:sp>
      <p:sp>
        <p:nvSpPr>
          <p:cNvPr id="4" name="DefBox"/>
          <p:cNvSpPr/>
          <p:nvPr/>
        </p:nvSpPr>
        <p:spPr>
          <a:xfrm>
            <a:off x="685800" y="1280160"/>
            <a:ext cx="108204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69266"/>
            </a:solidFill>
          </a:ln>
        </p:spPr>
        <p:txBody>
          <a:bodyPr wrap="square" lIns="182880" tIns="91440" rIns="182880" bIns="91440" rtlCol="0" anchor="ctr"/>
          <a:lstStyle/>
          <a:p>
            <a:pPr marL="0" indent="0" algn="l">
              <a:buNone/>
            </a:pPr>
            <a:r>
              <a:rPr lang="zh-CN" altLang="en-US" sz="1800" b="1">
                <a:solidFill>
                  <a:srgbClr val="C69266"/>
                </a:solidFill>
                <a:latin typeface="Microsoft YaHei"/>
                <a:ea typeface="Microsoft YaHei"/>
              </a:rPr>
              <a:t>定义　</a:t>
            </a:r>
            <a:r>
              <a:rPr lang="zh-CN" altLang="en-US" sz="1600">
                <a:solidFill>
                  <a:srgbClr val="333333"/>
                </a:solidFill>
                <a:latin typeface="Microsoft YaHei"/>
                <a:ea typeface="Microsoft YaHei"/>
              </a:rPr>
              <a:t>双向链接（Bi-directional Link，又称"双链"）是指笔记或文档中两个条目之间相互可见、可互相跳转的引用关系：在 A 中链接 B 后，B 也会自动出现"被 A 引用"的反向记录，从而把零散的笔记编织成一张可双向追溯的知识网络。</a:t>
            </a:r>
            <a:endParaRPr lang="zh-CN" sz="1600"/>
          </a:p>
        </p:txBody>
      </p:sp>
      <p:sp>
        <p:nvSpPr>
          <p:cNvPr id="5" name="AppHeader"/>
          <p:cNvSpPr/>
          <p:nvPr/>
        </p:nvSpPr>
        <p:spPr>
          <a:xfrm>
            <a:off x="685800" y="2697480"/>
            <a:ext cx="1082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000" b="1">
                <a:solidFill>
                  <a:srgbClr val="1A2B5C"/>
                </a:solidFill>
                <a:latin typeface="Microsoft YaHei"/>
                <a:ea typeface="Microsoft YaHei"/>
              </a:rPr>
              <a:t>当前主要应用场景</a:t>
            </a:r>
          </a:p>
        </p:txBody>
      </p:sp>
      <p:sp>
        <p:nvSpPr>
          <p:cNvPr id="6" name="Card1"/>
          <p:cNvSpPr/>
          <p:nvPr/>
        </p:nvSpPr>
        <p:spPr>
          <a:xfrm>
            <a:off x="685800" y="315468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6C2"/>
            </a:solidFill>
          </a:ln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zh-CN" altLang="en-US" sz="1800" b="1">
                <a:solidFill>
                  <a:srgbClr val="C69266"/>
                </a:solidFill>
                <a:latin typeface="Microsoft YaHei"/>
                <a:ea typeface="Microsoft YaHei"/>
              </a:rPr>
              <a:t>个人知识管理</a:t>
            </a:r>
          </a:p>
          <a:p>
            <a:pPr marL="0" indent="0">
              <a:buNone/>
            </a:pPr>
            <a:endParaRPr lang="zh-CN" sz="1000"/>
          </a:p>
          <a:p>
            <a:pPr marL="0" indent="0">
              <a:buNone/>
            </a:pPr>
            <a:r>
              <a:rPr lang="zh-CN" altLang="en-US" sz="1400">
                <a:solidFill>
                  <a:srgbClr val="333333"/>
                </a:solidFill>
                <a:latin typeface="Microsoft YaHei"/>
                <a:ea typeface="Microsoft YaHei"/>
              </a:rPr>
              <a:t>Obsidian、Roam Research、Logseq、思源笔记等工具借助双链构建"第二大脑"，让卡片笔记法、Zettelkasten 等方法落地，便于灵感串联与长期复用。</a:t>
            </a:r>
          </a:p>
        </p:txBody>
      </p:sp>
      <p:sp>
        <p:nvSpPr>
          <p:cNvPr id="7" name="Card2"/>
          <p:cNvSpPr/>
          <p:nvPr/>
        </p:nvSpPr>
        <p:spPr>
          <a:xfrm>
            <a:off x="3429000" y="315468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6C2"/>
            </a:solidFill>
          </a:ln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zh-CN" altLang="en-US" sz="1800" b="1">
                <a:solidFill>
                  <a:srgbClr val="C69266"/>
                </a:solidFill>
                <a:latin typeface="Microsoft YaHei"/>
                <a:ea typeface="Microsoft YaHei"/>
              </a:rPr>
              <a:t>团队协作与文档</a:t>
            </a:r>
          </a:p>
          <a:p>
            <a:pPr marL="0" indent="0">
              <a:buNone/>
            </a:pPr>
            <a:endParaRPr lang="zh-CN" sz="1000"/>
          </a:p>
          <a:p>
            <a:pPr marL="0" indent="0">
              <a:buNone/>
            </a:pPr>
            <a:r>
              <a:rPr lang="zh-CN" altLang="en-US" sz="1400">
                <a:solidFill>
                  <a:srgbClr val="333333"/>
                </a:solidFill>
                <a:latin typeface="Microsoft YaHei"/>
                <a:ea typeface="Microsoft YaHei"/>
              </a:rPr>
              <a:t>Notion、飞书文档、语雀等通过反向链接呈现"被引用情况"，帮助团队梳理项目脉络、追踪需求来源，提升协作透明度与知识沉淀效率。</a:t>
            </a:r>
          </a:p>
        </p:txBody>
      </p:sp>
      <p:sp>
        <p:nvSpPr>
          <p:cNvPr id="8" name="Card3"/>
          <p:cNvSpPr/>
          <p:nvPr/>
        </p:nvSpPr>
        <p:spPr>
          <a:xfrm>
            <a:off x="6172200" y="315468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6C2"/>
            </a:solidFill>
          </a:ln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zh-CN" altLang="en-US" sz="1800" b="1" dirty="0">
                <a:solidFill>
                  <a:srgbClr val="C69266"/>
                </a:solidFill>
                <a:latin typeface="Microsoft YaHei"/>
                <a:ea typeface="Microsoft YaHei"/>
              </a:rPr>
              <a:t>科研与教学</a:t>
            </a:r>
          </a:p>
          <a:p>
            <a:pPr marL="0" indent="0">
              <a:buNone/>
            </a:pPr>
            <a:endParaRPr lang="zh-CN" sz="1000" dirty="0"/>
          </a:p>
          <a:p>
            <a:pPr marL="0" indent="0">
              <a:buNone/>
            </a:pPr>
            <a:r>
              <a:rPr lang="zh-CN" altLang="en-US" sz="1400" dirty="0">
                <a:solidFill>
                  <a:srgbClr val="333333"/>
                </a:solidFill>
                <a:latin typeface="Microsoft YaHei"/>
                <a:ea typeface="Microsoft YaHei"/>
              </a:rPr>
              <a:t>文献综述与论文写作中用于关联文献、概念与论点；可视化知识图谱直观呈现引用关系，帮助研究者发现脉络与空白点。</a:t>
            </a:r>
          </a:p>
        </p:txBody>
      </p:sp>
      <p:sp>
        <p:nvSpPr>
          <p:cNvPr id="9" name="Card4"/>
          <p:cNvSpPr/>
          <p:nvPr/>
        </p:nvSpPr>
        <p:spPr>
          <a:xfrm>
            <a:off x="8915400" y="315468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6C2"/>
            </a:solidFill>
          </a:ln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zh-CN" altLang="en-US" sz="1800" b="1" dirty="0">
                <a:solidFill>
                  <a:srgbClr val="C69266"/>
                </a:solidFill>
                <a:latin typeface="Microsoft YaHei"/>
                <a:ea typeface="Microsoft YaHei"/>
              </a:rPr>
              <a:t>知识图谱</a:t>
            </a:r>
          </a:p>
          <a:p>
            <a:pPr marL="0" indent="0">
              <a:buNone/>
            </a:pPr>
            <a:endParaRPr lang="zh-CN" sz="1000" dirty="0"/>
          </a:p>
          <a:p>
            <a:pPr marL="0" indent="0">
              <a:buNone/>
            </a:pPr>
            <a:r>
              <a:rPr lang="zh-CN" altLang="en-US" sz="1400" dirty="0">
                <a:solidFill>
                  <a:srgbClr val="333333"/>
                </a:solidFill>
                <a:latin typeface="Microsoft YaHei"/>
                <a:ea typeface="Microsoft YaHei"/>
              </a:rPr>
              <a:t>双链</a:t>
            </a:r>
            <a:r>
              <a:rPr lang="zh-CN" altLang="en-US" sz="1400">
                <a:solidFill>
                  <a:srgbClr val="333333"/>
                </a:solidFill>
                <a:latin typeface="Microsoft YaHei"/>
                <a:ea typeface="Microsoft YaHei"/>
              </a:rPr>
              <a:t>天然形成节点—关系</a:t>
            </a:r>
            <a:r>
              <a:rPr lang="zh-CN" altLang="en-US" sz="1400" dirty="0">
                <a:solidFill>
                  <a:srgbClr val="333333"/>
                </a:solidFill>
                <a:latin typeface="Microsoft YaHei"/>
                <a:ea typeface="Microsoft YaHei"/>
              </a:rPr>
              <a:t>网络，</a:t>
            </a:r>
            <a:r>
              <a:rPr lang="zh-CN" altLang="en-US" sz="1400">
                <a:solidFill>
                  <a:srgbClr val="333333"/>
                </a:solidFill>
                <a:latin typeface="Microsoft YaHei"/>
                <a:ea typeface="Microsoft YaHei"/>
              </a:rPr>
              <a:t>可直接生成可视化知识图谱：清晰呈现概念之间</a:t>
            </a:r>
            <a:r>
              <a:rPr lang="zh-CN" altLang="en-US" sz="1400" dirty="0">
                <a:solidFill>
                  <a:srgbClr val="333333"/>
                </a:solidFill>
                <a:latin typeface="Microsoft YaHei"/>
                <a:ea typeface="Microsoft YaHei"/>
              </a:rPr>
              <a:t>的</a:t>
            </a:r>
            <a:r>
              <a:rPr lang="zh-CN" altLang="en-US" sz="1400">
                <a:solidFill>
                  <a:srgbClr val="333333"/>
                </a:solidFill>
                <a:latin typeface="Microsoft YaHei"/>
                <a:ea typeface="Microsoft YaHei"/>
              </a:rPr>
              <a:t>引用脉络，便于发现主题聚类、空白点</a:t>
            </a:r>
            <a:r>
              <a:rPr lang="zh-CN" altLang="en-US" sz="1400" dirty="0">
                <a:solidFill>
                  <a:srgbClr val="333333"/>
                </a:solidFill>
                <a:latin typeface="Microsoft YaHei"/>
                <a:ea typeface="Microsoft YaHei"/>
              </a:rPr>
              <a:t>与</a:t>
            </a:r>
            <a:r>
              <a:rPr lang="zh-CN" altLang="en-US" sz="1400">
                <a:solidFill>
                  <a:srgbClr val="333333"/>
                </a:solidFill>
                <a:latin typeface="Microsoft YaHei"/>
                <a:ea typeface="Microsoft YaHei"/>
              </a:rPr>
              <a:t>跨领域关联</a:t>
            </a:r>
            <a:r>
              <a:rPr lang="zh-CN" altLang="en-US" sz="140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85800" y="365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选题背景与研究意义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457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研究背景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77295" cy="0"/>
          </a:xfrm>
          <a:prstGeom prst="line">
            <a:avLst/>
          </a:prstGeom>
          <a:noFill/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201168" cy="201168"/>
          </a:xfrm>
          <a:prstGeom prst="ellipse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57200" y="15270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学习和项目过程中会产生大量碎片化笔记，后续整理成本高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201168" cy="201168"/>
          </a:xfrm>
          <a:prstGeom prst="ellipse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传统笔记系统更偏向目录存储，不擅长表达知识之间的关联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98648"/>
            <a:ext cx="201168" cy="201168"/>
          </a:xfrm>
          <a:prstGeom prst="ellipse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8986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77240" y="27889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当笔记规模扩大后，仅依靠标题和目录查找效率明显下降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584448"/>
            <a:ext cx="201168" cy="201168"/>
          </a:xfrm>
          <a:prstGeom prst="ellipse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57200" y="35844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77240" y="34747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需要把记录、关联、检索与可视化能力整合到同一系统中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32320" y="1325880"/>
            <a:ext cx="46634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7132320" y="1325880"/>
            <a:ext cx="91440" cy="1463040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360920" y="14630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现有问题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60920" y="187452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内容积累快于知识整理速度，笔记之间缺乏上下文连接，复习回顾只能靠人工记忆跳转。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32320" y="3017520"/>
            <a:ext cx="46634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7132320" y="3017520"/>
            <a:ext cx="91440" cy="1463040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360920" y="3154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设计目标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60920" y="356616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围绕个人知识管理场景，构建以双链为核心的知识组织方式，提升知识的可定位性与可复用性。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32320" y="4709160"/>
            <a:ext cx="46634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7132320" y="4709160"/>
            <a:ext cx="91440" cy="1463040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7360920" y="4846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360920" y="525780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不是单纯做记录工具，而是面向知识网络构建的个人笔记系统。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B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57200" y="6638544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D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Spring Boot + Vue 的个人双链笔记系统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63854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D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85800" y="365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系统目标与功能设计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457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功能规划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77295" cy="0"/>
          </a:xfrm>
          <a:prstGeom prst="line">
            <a:avLst/>
          </a:prstGeom>
          <a:noFill/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6ECE0"/>
          </a:solidFill>
          <a:ln w="9525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92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54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用户与基础设置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1031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注册、登录、资料维护、密码修改、头像上传、主题配置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70832" y="137160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599432" y="1554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6ECE0"/>
          </a:solidFill>
          <a:ln w="9525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599432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92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48072" y="1554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知识库与目录管理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99432" y="21031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知识库创建、目录树组织、文件夹管理、内容分层归档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84464" y="137160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513064" y="1554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6ECE0"/>
          </a:solidFill>
          <a:ln w="9525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513064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92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61704" y="1554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编辑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13064" y="21031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Vditor，支持正文编辑、实时预览与多格式导出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953512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85800" y="31363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6ECE0"/>
          </a:solidFill>
          <a:ln w="9525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85800" y="3136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92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1363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双链与历史版本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" y="368503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[[笔记标题]] 引用、入出链展示与版本快照管理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70832" y="2953512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4599432" y="31363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6ECE0"/>
          </a:solidFill>
          <a:ln w="9525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599432" y="3136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92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48072" y="31363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检索与模板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99432" y="368503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支持标题、正文、标签检索，以及模板创建、读取与复用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84464" y="2953512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513064" y="31363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6ECE0"/>
          </a:solidFill>
          <a:ln w="9525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513064" y="3136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92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061704" y="31363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知识图谱可视化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513064" y="368503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基于D3.js</a:t>
            </a: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</a:t>
            </a:r>
            <a:r>
              <a:rPr lang="zh-CN" alt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</a:t>
            </a:r>
            <a:r>
              <a:rPr lang="en-US" sz="11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双链关系生成图谱，从整体上理解知识结构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572000"/>
            <a:ext cx="11277295" cy="1280160"/>
          </a:xfrm>
          <a:prstGeom prst="roundRect">
            <a:avLst>
              <a:gd name="adj" fmla="val 5714"/>
            </a:avLst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457200" y="4572000"/>
            <a:ext cx="91440" cy="1280160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777240" y="4709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知识管理闭环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77240" y="5120640"/>
            <a:ext cx="19811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知识录入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666939" y="5120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9266"/>
                </a:solidFill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941259" y="5120640"/>
            <a:ext cx="19811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知识组织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830958" y="5120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9266"/>
                </a:solidFill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105278" y="5120640"/>
            <a:ext cx="19811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知识关联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94977" y="5120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9266"/>
                </a:solidFill>
              </a:rPr>
              <a:t>→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269297" y="5120640"/>
            <a:ext cx="19811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知识定位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158996" y="5120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9266"/>
                </a:solidFill>
              </a:rPr>
              <a:t>→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433316" y="5120640"/>
            <a:ext cx="19811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知识可视化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B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457200" y="6638544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D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Spring Boot + Vue 的个人双链笔记系统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972800" y="663854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D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85800" y="365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系统架构与技术选型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457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系统架构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77295" cy="0"/>
          </a:xfrm>
          <a:prstGeom prst="line">
            <a:avLst/>
          </a:prstGeom>
          <a:noFill/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71323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09728" cy="11430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前端表示层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· TypeScript · Vite · Vditor · D3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2514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9266"/>
                </a:solidFill>
              </a:rPr>
              <a:t>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71323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109728" cy="1143000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31520" y="288036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后端业务层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33375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3.5.11 · Spring Security · JWT · MyBatis-Plus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38862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9266"/>
                </a:solidFill>
              </a:rPr>
              <a:t>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71323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109728" cy="11430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31520" y="425196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数据持久层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1520" y="47091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8.0.35 — 用户 / 知识库 / 笔记 / 双链 / 标签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863840" y="1295088"/>
            <a:ext cx="3931920" cy="5014271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046720" y="1386529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架构特点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046720" y="1752288"/>
            <a:ext cx="3566160" cy="4324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zh-CN" altLang="en-US" sz="1150" b="1" dirty="0">
                <a:solidFill>
                  <a:srgbClr val="C69266"/>
                </a:solidFill>
                <a:latin typeface="Microsoft YaHei" pitchFamily="34" charset="-122"/>
                <a:ea typeface="Microsoft YaHei" pitchFamily="34" charset="-122"/>
              </a:rPr>
              <a:t>◆ 前后端分离</a:t>
            </a:r>
            <a:endParaRPr lang="en-US" sz="1150" b="1" dirty="0"/>
          </a:p>
          <a:p>
            <a:pPr marL="0" indent="0">
              <a:spcAft>
                <a:spcPts val="900"/>
              </a:spcAft>
              <a:buNone/>
            </a:pPr>
            <a:r>
              <a:rPr lang="zh-CN" altLang="en-US" sz="1050" dirty="0">
                <a:solidFill>
                  <a:srgbClr val="1F2937"/>
                </a:solidFill>
                <a:latin typeface="Microsoft YaHei" pitchFamily="34" charset="-122"/>
                <a:ea typeface="Microsoft YaHei" pitchFamily="34" charset="-122"/>
              </a:rPr>
              <a:t>前端专注交互与展示，后端聚焦业务逻辑、数据处理与接口输出。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zh-CN" altLang="en-US" sz="1150" b="1" dirty="0">
                <a:solidFill>
                  <a:srgbClr val="C69266"/>
                </a:solidFill>
                <a:latin typeface="Microsoft YaHei" pitchFamily="34" charset="-122"/>
                <a:ea typeface="Microsoft YaHei" pitchFamily="34" charset="-122"/>
              </a:rPr>
              <a:t>◆ 安全认证</a:t>
            </a:r>
            <a:endParaRPr lang="en-US" sz="1150" b="1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-122"/>
                <a:ea typeface="Microsoft YaHei" pitchFamily="34" charset="-122"/>
              </a:rPr>
              <a:t>Spring Security + </a:t>
            </a:r>
            <a:r>
              <a:rPr lang="en-US" sz="1050" dirty="0" err="1">
                <a:solidFill>
                  <a:srgbClr val="1F2937"/>
                </a:solidFill>
                <a:latin typeface="Microsoft YaHei" pitchFamily="34" charset="-122"/>
                <a:ea typeface="Microsoft YaHei" pitchFamily="34" charset="-122"/>
              </a:rPr>
              <a:t>JWT</a:t>
            </a:r>
            <a:r>
              <a:rPr lang="en-US" sz="1050" dirty="0">
                <a:solidFill>
                  <a:srgbClr val="1F2937"/>
                </a:solidFill>
                <a:latin typeface="Microsoft YaHei" pitchFamily="34" charset="-122"/>
                <a:ea typeface="Microsoft YaHei" pitchFamily="34" charset="-122"/>
              </a:rPr>
              <a:t> </a:t>
            </a:r>
            <a:r>
              <a:rPr lang="zh-CN" altLang="en-US" sz="1050" dirty="0">
                <a:solidFill>
                  <a:srgbClr val="1F2937"/>
                </a:solidFill>
                <a:latin typeface="Microsoft YaHei" pitchFamily="34" charset="-122"/>
                <a:ea typeface="Microsoft YaHei" pitchFamily="34" charset="-122"/>
              </a:rPr>
              <a:t>统一鉴权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zh-CN" altLang="en-US" sz="1150" b="1" dirty="0">
                <a:solidFill>
                  <a:srgbClr val="C69266"/>
                </a:solidFill>
                <a:latin typeface="Microsoft YaHei" pitchFamily="34" charset="-122"/>
                <a:ea typeface="Microsoft YaHei" pitchFamily="34" charset="-122"/>
              </a:rPr>
              <a:t>◆ 数据校验</a:t>
            </a:r>
            <a:endParaRPr lang="en-US" altLang="zh-CN" dirty="0"/>
          </a:p>
          <a:p>
            <a:pPr>
              <a:spcAft>
                <a:spcPts val="900"/>
              </a:spcAft>
            </a:pPr>
            <a:r>
              <a:rPr lang="zh-CN" altLang="en-US" sz="1050" dirty="0">
                <a:solidFill>
                  <a:srgbClr val="1F2937"/>
                </a:solidFill>
                <a:latin typeface="Microsoft YaHei" pitchFamily="34" charset="-122"/>
                <a:ea typeface="Microsoft YaHei" pitchFamily="34" charset="-122"/>
              </a:rPr>
              <a:t>使用 JSR-303 进行参数与实体校验，确保数据一致性、接口安全与返回结果可控。</a:t>
            </a:r>
            <a:endParaRPr lang="en-US" altLang="zh-CN" dirty="0"/>
          </a:p>
          <a:p>
            <a:pPr>
              <a:spcAft>
                <a:spcPts val="500"/>
              </a:spcAft>
            </a:pPr>
            <a:r>
              <a:rPr lang="zh-CN" altLang="en-US" sz="1150" b="1" dirty="0">
                <a:solidFill>
                  <a:srgbClr val="C69266"/>
                </a:solidFill>
                <a:latin typeface="Microsoft YaHei" pitchFamily="34" charset="-122"/>
                <a:ea typeface="Microsoft YaHei" pitchFamily="34" charset="-122"/>
              </a:rPr>
              <a:t>◆ DTO/VO 数据脱敏</a:t>
            </a:r>
            <a:endParaRPr lang="en-US" altLang="zh-CN" dirty="0"/>
          </a:p>
          <a:p>
            <a:pPr>
              <a:spcAft>
                <a:spcPts val="900"/>
              </a:spcAft>
            </a:pPr>
            <a:r>
              <a:rPr lang="zh-CN" altLang="en-US" sz="1050" dirty="0">
                <a:solidFill>
                  <a:srgbClr val="1F2937"/>
                </a:solidFill>
                <a:latin typeface="Microsoft YaHei" pitchFamily="34" charset="-122"/>
                <a:ea typeface="Microsoft YaHei" pitchFamily="34" charset="-122"/>
              </a:rPr>
              <a:t>通过 DTO/VO 字段隔离与敏感数据脱敏，保证返回结果可控。</a:t>
            </a:r>
            <a:endParaRPr lang="en-US" altLang="zh-CN" dirty="0"/>
          </a:p>
          <a:p>
            <a:pPr>
              <a:spcAft>
                <a:spcPts val="500"/>
              </a:spcAft>
            </a:pPr>
            <a:r>
              <a:rPr lang="zh-CN" altLang="en-US" sz="1150" b="1" dirty="0">
                <a:solidFill>
                  <a:srgbClr val="C69266"/>
                </a:solidFill>
                <a:latin typeface="Microsoft YaHei" pitchFamily="34" charset="-122"/>
                <a:ea typeface="Microsoft YaHei" pitchFamily="34" charset="-122"/>
              </a:rPr>
              <a:t>◆ 开发规范</a:t>
            </a:r>
            <a:endParaRPr lang="en-US" altLang="zh-CN" dirty="0"/>
          </a:p>
          <a:p>
            <a:pPr>
              <a:spcAft>
                <a:spcPts val="900"/>
              </a:spcAft>
            </a:pPr>
            <a:r>
              <a:rPr lang="zh-CN" altLang="en-US" sz="1050" dirty="0">
                <a:solidFill>
                  <a:srgbClr val="1F2937"/>
                </a:solidFill>
                <a:latin typeface="Microsoft YaHei" pitchFamily="34" charset="-122"/>
                <a:ea typeface="Microsoft YaHei" pitchFamily="34" charset="-122"/>
              </a:rPr>
              <a:t>开发规范参考《阿里巴巴 Java 开发手册</a:t>
            </a:r>
            <a:r>
              <a:rPr lang="en-US" altLang="zh-CN" sz="1050" dirty="0">
                <a:solidFill>
                  <a:srgbClr val="1F2937"/>
                </a:solidFill>
                <a:latin typeface="Microsoft YaHei" pitchFamily="34" charset="-122"/>
                <a:ea typeface="Microsoft YaHei" pitchFamily="34" charset="-122"/>
              </a:rPr>
              <a:t> 1.7.1</a:t>
            </a:r>
            <a:r>
              <a:rPr lang="zh-CN" altLang="en-US" sz="1050" dirty="0">
                <a:solidFill>
                  <a:srgbClr val="1F2937"/>
                </a:solidFill>
                <a:latin typeface="Microsoft YaHei" pitchFamily="34" charset="-122"/>
                <a:ea typeface="Microsoft YaHei" pitchFamily="34" charset="-122"/>
              </a:rPr>
              <a:t>》。</a:t>
            </a:r>
            <a:endParaRPr lang="en-US" altLang="zh-CN" dirty="0"/>
          </a:p>
          <a:p>
            <a:pPr>
              <a:spcAft>
                <a:spcPts val="500"/>
              </a:spcAft>
            </a:pPr>
            <a:r>
              <a:rPr lang="zh-CN" altLang="en-US" sz="1150" b="1" dirty="0">
                <a:solidFill>
                  <a:srgbClr val="C69266"/>
                </a:solidFill>
                <a:latin typeface="Microsoft YaHei" pitchFamily="34" charset="-122"/>
                <a:ea typeface="Microsoft YaHei" pitchFamily="34" charset="-122"/>
              </a:rPr>
              <a:t>◆ 分层解耦</a:t>
            </a:r>
            <a:endParaRPr lang="en-US" sz="1150" b="1" dirty="0"/>
          </a:p>
          <a:p>
            <a:pPr marL="0" indent="0">
              <a:spcAft>
                <a:spcPts val="900"/>
              </a:spcAft>
              <a:buNone/>
            </a:pPr>
            <a:r>
              <a:rPr lang="zh-CN" altLang="en-US" sz="1050" dirty="0">
                <a:solidFill>
                  <a:srgbClr val="1F2937"/>
                </a:solidFill>
                <a:latin typeface="Microsoft YaHei" pitchFamily="34" charset="-122"/>
                <a:ea typeface="Microsoft YaHei" pitchFamily="34" charset="-122"/>
              </a:rPr>
              <a:t>表示 / 业务 / 数据三层各司其职，便于独立维护与迭代。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zh-CN" altLang="en-US" sz="1150" b="1" dirty="0">
                <a:solidFill>
                  <a:srgbClr val="C69266"/>
                </a:solidFill>
                <a:latin typeface="Microsoft YaHei" pitchFamily="34" charset="-122"/>
                <a:ea typeface="Microsoft YaHei" pitchFamily="34" charset="-122"/>
              </a:rPr>
              <a:t>◆ 易于扩展</a:t>
            </a:r>
            <a:endParaRPr lang="en-US" sz="1150" b="1" dirty="0"/>
          </a:p>
          <a:p>
            <a:pPr marL="0" indent="0">
              <a:buNone/>
            </a:pPr>
            <a:r>
              <a:rPr lang="zh-CN" altLang="en-US" sz="1050" dirty="0">
                <a:solidFill>
                  <a:srgbClr val="1F2937"/>
                </a:solidFill>
                <a:latin typeface="Microsoft YaHei" pitchFamily="34" charset="-122"/>
                <a:ea typeface="Microsoft YaHei" pitchFamily="34" charset="-122"/>
              </a:rPr>
              <a:t>接口契约清晰，后续可快速接入同步、备份等新模块。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1" y="5303520"/>
            <a:ext cx="7223759" cy="1005840"/>
          </a:xfrm>
          <a:prstGeom prst="roundRect">
            <a:avLst>
              <a:gd name="adj" fmla="val 6667"/>
            </a:avLst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777240" y="5349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适配场景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5715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适合个人学习笔记、项目知识沉淀和长期知识积累，兼顾轻量化与可扩展性。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B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457200" y="6638544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D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Spring Boot + Vue 的个人双链笔记系统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63854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D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85800" y="365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数据库设计与核心数据模型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457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数据模型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77295" cy="0"/>
          </a:xfrm>
          <a:prstGeom prst="line">
            <a:avLst/>
          </a:prstGeom>
          <a:noFill/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66751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2011680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设计思路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1965960"/>
            <a:ext cx="109728" cy="109728"/>
          </a:xfrm>
          <a:prstGeom prst="ellipse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60120" y="1874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笔记标题与正文分表存储，便于自动保存与后续扩展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2313432"/>
            <a:ext cx="109728" cy="109728"/>
          </a:xfrm>
          <a:prstGeom prst="ellipse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60120" y="222199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双链关系独立建表，方便做入链、出链与图谱统计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2660904"/>
            <a:ext cx="109728" cy="109728"/>
          </a:xfrm>
          <a:prstGeom prst="ellipse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60120" y="256946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知识库、文件夹和笔记均预留软删除字段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008376"/>
            <a:ext cx="109728" cy="109728"/>
          </a:xfrm>
          <a:prstGeom prst="ellipse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60120" y="291693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标签、模板与历史版本表共同支撑内容复用和追踪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6675120" cy="2377440"/>
          </a:xfrm>
          <a:prstGeom prst="roundRect">
            <a:avLst>
              <a:gd name="adj" fmla="val 2308"/>
            </a:avLst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31520" y="36118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B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0690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40690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t_user · t_user_settings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439826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439826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t_knowledge_base · t_folder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72744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472744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t_note · t_note_content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50566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505663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t_note_link · t_note_history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538581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538581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t_note_template · t_tag · t_note_tag</a:t>
            </a:r>
            <a:endParaRPr lang="en-US" sz="1100" dirty="0"/>
          </a:p>
        </p:txBody>
      </p:sp>
      <p:sp>
        <p:nvSpPr>
          <p:cNvPr id="29" name="Shape 29"/>
          <p:cNvSpPr/>
          <p:nvPr/>
        </p:nvSpPr>
        <p:spPr>
          <a:xfrm>
            <a:off x="7345680" y="1447801"/>
            <a:ext cx="4343400" cy="4892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30"/>
          <p:cNvSpPr/>
          <p:nvPr/>
        </p:nvSpPr>
        <p:spPr>
          <a:xfrm>
            <a:off x="7406640" y="1371600"/>
            <a:ext cx="4343400" cy="91440"/>
          </a:xfrm>
          <a:prstGeom prst="rect">
            <a:avLst/>
          </a:prstGeom>
          <a:solidFill>
            <a:srgbClr val="C69266"/>
          </a:solidFill>
          <a:ln w="9525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itle"/>
          <p:cNvSpPr/>
          <p:nvPr/>
        </p:nvSpPr>
        <p:spPr>
          <a:xfrm>
            <a:off x="7620000" y="1554480"/>
            <a:ext cx="4130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zh-CN" altLang="en-US" sz="2000" b="1">
                <a:solidFill>
                  <a:srgbClr val="1A2B5C"/>
                </a:solidFill>
                <a:latin typeface="Microsoft YaHei" pitchFamily="34" charset="-122"/>
                <a:ea typeface="Microsoft YaHei" pitchFamily="34" charset="-122"/>
              </a:rPr>
              <a:t>数据库规范</a:t>
            </a:r>
            <a:endParaRPr lang="en-US" sz="2000"/>
          </a:p>
        </p:txBody>
      </p:sp>
      <p:sp>
        <p:nvSpPr>
          <p:cNvPr id="32" name="Subtitle"/>
          <p:cNvSpPr/>
          <p:nvPr/>
        </p:nvSpPr>
        <p:spPr>
          <a:xfrm>
            <a:off x="7620000" y="1965960"/>
            <a:ext cx="4130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zh-CN" altLang="en-US" sz="1000">
                <a:solidFill>
                  <a:srgbClr val="6B7280"/>
                </a:solidFill>
                <a:latin typeface="Microsoft YaHei" pitchFamily="34" charset="-122"/>
                <a:ea typeface="Microsoft YaHei" pitchFamily="34" charset="-122"/>
              </a:rPr>
              <a:t>遵循《阿里巴巴 Java 开发手册 </a:t>
            </a:r>
            <a:r>
              <a:rPr lang="en-US" altLang="zh-CN" sz="1000">
                <a:solidFill>
                  <a:srgbClr val="6B7280"/>
                </a:solidFill>
                <a:latin typeface="Microsoft YaHei" pitchFamily="34" charset="-122"/>
                <a:ea typeface="Microsoft YaHei" pitchFamily="34" charset="-122"/>
              </a:rPr>
              <a:t>1.7.1</a:t>
            </a:r>
            <a:r>
              <a:rPr lang="zh-CN" altLang="en-US" sz="1000">
                <a:solidFill>
                  <a:srgbClr val="6B7280"/>
                </a:solidFill>
                <a:latin typeface="Microsoft YaHei" pitchFamily="34" charset="-122"/>
                <a:ea typeface="Microsoft YaHei" pitchFamily="34" charset="-122"/>
              </a:rPr>
              <a:t>》</a:t>
            </a:r>
            <a:endParaRPr lang="en-US" sz="1000" dirty="0"/>
          </a:p>
        </p:txBody>
      </p:sp>
      <p:sp>
        <p:nvSpPr>
          <p:cNvPr id="33" name="Sep 33"/>
          <p:cNvSpPr/>
          <p:nvPr/>
        </p:nvSpPr>
        <p:spPr>
          <a:xfrm>
            <a:off x="7620000" y="2286000"/>
            <a:ext cx="640080" cy="27432"/>
          </a:xfrm>
          <a:prstGeom prst="rect">
            <a:avLst/>
          </a:prstGeom>
          <a:solidFill>
            <a:srgbClr val="C69266"/>
          </a:solidFill>
          <a:ln w="9525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Badge34"/>
          <p:cNvSpPr/>
          <p:nvPr/>
        </p:nvSpPr>
        <p:spPr>
          <a:xfrm>
            <a:off x="7620000" y="2438400"/>
            <a:ext cx="548640" cy="548640"/>
          </a:xfrm>
          <a:prstGeom prst="roundRect">
            <a:avLst>
              <a:gd name="adj" fmla="val 1500"/>
            </a:avLst>
          </a:prstGeom>
          <a:solidFill>
            <a:srgbClr val="F6ECE0"/>
          </a:solidFill>
          <a:ln w="9525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Num35"/>
          <p:cNvSpPr/>
          <p:nvPr/>
        </p:nvSpPr>
        <p:spPr>
          <a:xfrm>
            <a:off x="7620000" y="2438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400" b="1">
                <a:solidFill>
                  <a:srgbClr val="C69266"/>
                </a:solidFill>
                <a:latin typeface="Microsoft YaHei" pitchFamily="34" charset="-122"/>
                <a:ea typeface="Microsoft YaHei" pitchFamily="34" charset="-122"/>
              </a:rPr>
              <a:t>01</a:t>
            </a:r>
            <a:endParaRPr lang="en-US" sz="1400"/>
          </a:p>
        </p:txBody>
      </p:sp>
      <p:sp>
        <p:nvSpPr>
          <p:cNvPr id="36" name="ITitle36"/>
          <p:cNvSpPr/>
          <p:nvPr/>
        </p:nvSpPr>
        <p:spPr>
          <a:xfrm>
            <a:off x="8260080" y="24201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zh-CN" altLang="en-US" sz="1300" b="1">
                <a:solidFill>
                  <a:srgbClr val="1A2B5C"/>
                </a:solidFill>
                <a:latin typeface="Microsoft YaHei" pitchFamily="34" charset="-122"/>
                <a:ea typeface="Microsoft YaHei" pitchFamily="34" charset="-122"/>
              </a:rPr>
              <a:t>命名与前缀</a:t>
            </a:r>
            <a:endParaRPr lang="en-US" sz="1300"/>
          </a:p>
        </p:txBody>
      </p:sp>
      <p:sp>
        <p:nvSpPr>
          <p:cNvPr id="37" name="IDesc37"/>
          <p:cNvSpPr/>
          <p:nvPr/>
        </p:nvSpPr>
        <p:spPr>
          <a:xfrm>
            <a:off x="8260080" y="26670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1F2937"/>
                </a:solidFill>
                <a:latin typeface="Microsoft YaHei" pitchFamily="34" charset="-122"/>
                <a:ea typeface="Microsoft YaHei" pitchFamily="34" charset="-122"/>
              </a:rPr>
              <a:t>小写 + 下划线；t_ / idx_ / uk_ / fk_ 前缀统一</a:t>
            </a:r>
            <a:endParaRPr lang="en-US" sz="1000" dirty="0"/>
          </a:p>
        </p:txBody>
      </p:sp>
      <p:sp>
        <p:nvSpPr>
          <p:cNvPr id="38" name="Badge38"/>
          <p:cNvSpPr/>
          <p:nvPr/>
        </p:nvSpPr>
        <p:spPr>
          <a:xfrm>
            <a:off x="7620000" y="3124200"/>
            <a:ext cx="548640" cy="548640"/>
          </a:xfrm>
          <a:prstGeom prst="roundRect">
            <a:avLst>
              <a:gd name="adj" fmla="val 1500"/>
            </a:avLst>
          </a:prstGeom>
          <a:solidFill>
            <a:srgbClr val="F6ECE0"/>
          </a:solidFill>
          <a:ln w="9525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Num39"/>
          <p:cNvSpPr/>
          <p:nvPr/>
        </p:nvSpPr>
        <p:spPr>
          <a:xfrm>
            <a:off x="7620000" y="3124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400" b="1">
                <a:solidFill>
                  <a:srgbClr val="C69266"/>
                </a:solidFill>
                <a:latin typeface="Microsoft YaHei" pitchFamily="34" charset="-122"/>
                <a:ea typeface="Microsoft YaHei" pitchFamily="34" charset="-122"/>
              </a:rPr>
              <a:t>02</a:t>
            </a:r>
            <a:endParaRPr lang="en-US" sz="1400"/>
          </a:p>
        </p:txBody>
      </p:sp>
      <p:sp>
        <p:nvSpPr>
          <p:cNvPr id="40" name="ITitle40"/>
          <p:cNvSpPr/>
          <p:nvPr/>
        </p:nvSpPr>
        <p:spPr>
          <a:xfrm>
            <a:off x="8260080" y="31059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zh-CN" altLang="en-US" sz="1300" b="1">
                <a:solidFill>
                  <a:srgbClr val="1A2B5C"/>
                </a:solidFill>
                <a:latin typeface="Microsoft YaHei" pitchFamily="34" charset="-122"/>
                <a:ea typeface="Microsoft YaHei" pitchFamily="34" charset="-122"/>
              </a:rPr>
              <a:t>主键与类型</a:t>
            </a:r>
            <a:endParaRPr lang="en-US" sz="1300"/>
          </a:p>
        </p:txBody>
      </p:sp>
      <p:sp>
        <p:nvSpPr>
          <p:cNvPr id="41" name="IDesc41"/>
          <p:cNvSpPr/>
          <p:nvPr/>
        </p:nvSpPr>
        <p:spPr>
          <a:xfrm>
            <a:off x="8260080" y="33528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1F2937"/>
                </a:solidFill>
                <a:latin typeface="Microsoft YaHei" pitchFamily="34" charset="-122"/>
                <a:ea typeface="Microsoft YaHei" pitchFamily="34" charset="-122"/>
              </a:rPr>
              <a:t>主键与关联字段统一 bigint，ID 体系一致</a:t>
            </a:r>
            <a:endParaRPr lang="en-US" sz="1000" dirty="0"/>
          </a:p>
        </p:txBody>
      </p:sp>
      <p:sp>
        <p:nvSpPr>
          <p:cNvPr id="42" name="Badge42"/>
          <p:cNvSpPr/>
          <p:nvPr/>
        </p:nvSpPr>
        <p:spPr>
          <a:xfrm>
            <a:off x="7620000" y="3810000"/>
            <a:ext cx="548640" cy="548640"/>
          </a:xfrm>
          <a:prstGeom prst="roundRect">
            <a:avLst>
              <a:gd name="adj" fmla="val 1500"/>
            </a:avLst>
          </a:prstGeom>
          <a:solidFill>
            <a:srgbClr val="F6ECE0"/>
          </a:solidFill>
          <a:ln w="9525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Num43"/>
          <p:cNvSpPr/>
          <p:nvPr/>
        </p:nvSpPr>
        <p:spPr>
          <a:xfrm>
            <a:off x="7620000" y="3810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400" b="1">
                <a:solidFill>
                  <a:srgbClr val="C69266"/>
                </a:solidFill>
                <a:latin typeface="Microsoft YaHei" pitchFamily="34" charset="-122"/>
                <a:ea typeface="Microsoft YaHei" pitchFamily="34" charset="-122"/>
              </a:rPr>
              <a:t>03</a:t>
            </a:r>
            <a:endParaRPr lang="en-US" sz="1400"/>
          </a:p>
        </p:txBody>
      </p:sp>
      <p:sp>
        <p:nvSpPr>
          <p:cNvPr id="44" name="ITitle44"/>
          <p:cNvSpPr/>
          <p:nvPr/>
        </p:nvSpPr>
        <p:spPr>
          <a:xfrm>
            <a:off x="8260080" y="37917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zh-CN" altLang="en-US" sz="1300" b="1">
                <a:solidFill>
                  <a:srgbClr val="1A2B5C"/>
                </a:solidFill>
                <a:latin typeface="Microsoft YaHei" pitchFamily="34" charset="-122"/>
                <a:ea typeface="Microsoft YaHei" pitchFamily="34" charset="-122"/>
              </a:rPr>
              <a:t>约束与审计</a:t>
            </a:r>
            <a:endParaRPr lang="en-US" sz="1300"/>
          </a:p>
        </p:txBody>
      </p:sp>
      <p:sp>
        <p:nvSpPr>
          <p:cNvPr id="45" name="IDesc45"/>
          <p:cNvSpPr/>
          <p:nvPr/>
        </p:nvSpPr>
        <p:spPr>
          <a:xfrm>
            <a:off x="8260080" y="40386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1F2937"/>
                </a:solidFill>
                <a:latin typeface="Microsoft YaHei" pitchFamily="34" charset="-122"/>
                <a:ea typeface="Microsoft YaHei" pitchFamily="34" charset="-122"/>
              </a:rPr>
              <a:t>NOT NULL / DEFAULT；</a:t>
            </a:r>
            <a:endParaRPr lang="en-US" sz="1000" dirty="0"/>
          </a:p>
        </p:txBody>
      </p:sp>
      <p:sp>
        <p:nvSpPr>
          <p:cNvPr id="46" name="Badge46"/>
          <p:cNvSpPr/>
          <p:nvPr/>
        </p:nvSpPr>
        <p:spPr>
          <a:xfrm>
            <a:off x="7620000" y="4495800"/>
            <a:ext cx="548640" cy="548640"/>
          </a:xfrm>
          <a:prstGeom prst="roundRect">
            <a:avLst>
              <a:gd name="adj" fmla="val 1500"/>
            </a:avLst>
          </a:prstGeom>
          <a:solidFill>
            <a:srgbClr val="F6ECE0"/>
          </a:solidFill>
          <a:ln w="9525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Num47"/>
          <p:cNvSpPr/>
          <p:nvPr/>
        </p:nvSpPr>
        <p:spPr>
          <a:xfrm>
            <a:off x="7620000" y="4495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400" b="1">
                <a:solidFill>
                  <a:srgbClr val="C69266"/>
                </a:solidFill>
                <a:latin typeface="Microsoft YaHei" pitchFamily="34" charset="-122"/>
                <a:ea typeface="Microsoft YaHei" pitchFamily="34" charset="-122"/>
              </a:rPr>
              <a:t>04</a:t>
            </a:r>
            <a:endParaRPr lang="en-US" sz="1400"/>
          </a:p>
        </p:txBody>
      </p:sp>
      <p:sp>
        <p:nvSpPr>
          <p:cNvPr id="48" name="ITitle48"/>
          <p:cNvSpPr/>
          <p:nvPr/>
        </p:nvSpPr>
        <p:spPr>
          <a:xfrm>
            <a:off x="8260080" y="44775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zh-CN" altLang="en-US" sz="1300" b="1">
                <a:solidFill>
                  <a:srgbClr val="1A2B5C"/>
                </a:solidFill>
                <a:latin typeface="Microsoft YaHei" pitchFamily="34" charset="-122"/>
                <a:ea typeface="Microsoft YaHei" pitchFamily="34" charset="-122"/>
              </a:rPr>
              <a:t>唯一与索引</a:t>
            </a:r>
            <a:endParaRPr lang="en-US" sz="1300"/>
          </a:p>
        </p:txBody>
      </p:sp>
      <p:sp>
        <p:nvSpPr>
          <p:cNvPr id="49" name="IDesc49"/>
          <p:cNvSpPr/>
          <p:nvPr/>
        </p:nvSpPr>
        <p:spPr>
          <a:xfrm>
            <a:off x="8260080" y="47244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1F2937"/>
                </a:solidFill>
                <a:latin typeface="Microsoft YaHei" pitchFamily="34" charset="-122"/>
                <a:ea typeface="Microsoft YaHei" pitchFamily="34" charset="-122"/>
              </a:rPr>
              <a:t>唯一约束落 DB 层；外键 / 高频列 + 联合索引</a:t>
            </a:r>
            <a:endParaRPr lang="en-US" sz="1000" dirty="0"/>
          </a:p>
        </p:txBody>
      </p:sp>
      <p:sp>
        <p:nvSpPr>
          <p:cNvPr id="50" name="Div50"/>
          <p:cNvSpPr/>
          <p:nvPr/>
        </p:nvSpPr>
        <p:spPr>
          <a:xfrm>
            <a:off x="7551420" y="6071616"/>
            <a:ext cx="3931920" cy="9144"/>
          </a:xfrm>
          <a:prstGeom prst="rect">
            <a:avLst/>
          </a:prstGeom>
          <a:solidFill>
            <a:srgbClr val="D9CDBF"/>
          </a:solidFill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4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B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46"/>
          <p:cNvSpPr/>
          <p:nvPr/>
        </p:nvSpPr>
        <p:spPr>
          <a:xfrm>
            <a:off x="457200" y="6638544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CFD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Spring Boot + Vue 的个人双链笔记系统</a:t>
            </a:r>
            <a:endParaRPr lang="en-US" sz="900"/>
          </a:p>
        </p:txBody>
      </p:sp>
      <p:sp>
        <p:nvSpPr>
          <p:cNvPr id="55" name="Text 47"/>
          <p:cNvSpPr/>
          <p:nvPr/>
        </p:nvSpPr>
        <p:spPr>
          <a:xfrm>
            <a:off x="10972800" y="663854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CFD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11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85800" y="365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关键实现 · Markdown 编辑 + 双链解析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457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关键实现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77295" cy="0"/>
          </a:xfrm>
          <a:prstGeom prst="line">
            <a:avLst/>
          </a:prstGeom>
          <a:noFill/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73152" cy="201168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前端基于 Vditor 提供 Markdown 编辑、预览和导出能力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73152" cy="201168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标题自动保存与正文自动保存接口分离，降低冗余写入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73152" cy="201168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正文保存时解析 [[笔记标题]] 并刷新出链关系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73152" cy="201168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85800" y="27432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目标笔记不存在时标记失效链，补全后自动恢复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73152" cy="201168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85800" y="3200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笔记详情返回入链、出链、候选项与预览内容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6400800" cy="2103120"/>
          </a:xfrm>
          <a:prstGeom prst="roundRect">
            <a:avLst>
              <a:gd name="adj" fmla="val 2609"/>
            </a:avLst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85800" y="40233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实现流程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4526280"/>
            <a:ext cx="960120" cy="731520"/>
          </a:xfrm>
          <a:prstGeom prst="roundRect">
            <a:avLst>
              <a:gd name="adj" fmla="val 6250"/>
            </a:avLst>
          </a:prstGeom>
          <a:solidFill>
            <a:srgbClr val="0E1A3C"/>
          </a:solidFill>
          <a:ln w="635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85800" y="452628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编辑正文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83080" y="4526280"/>
            <a:ext cx="960120" cy="731520"/>
          </a:xfrm>
          <a:prstGeom prst="roundRect">
            <a:avLst>
              <a:gd name="adj" fmla="val 6250"/>
            </a:avLst>
          </a:prstGeom>
          <a:solidFill>
            <a:srgbClr val="0E1A3C"/>
          </a:solidFill>
          <a:ln w="635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783080" y="452628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自动保存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80360" y="4526280"/>
            <a:ext cx="960120" cy="731520"/>
          </a:xfrm>
          <a:prstGeom prst="roundRect">
            <a:avLst>
              <a:gd name="adj" fmla="val 6250"/>
            </a:avLst>
          </a:prstGeom>
          <a:solidFill>
            <a:srgbClr val="0E1A3C"/>
          </a:solidFill>
          <a:ln w="635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2880360" y="452628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更新正文表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5349240"/>
            <a:ext cx="960120" cy="731520"/>
          </a:xfrm>
          <a:prstGeom prst="roundRect">
            <a:avLst>
              <a:gd name="adj" fmla="val 6250"/>
            </a:avLst>
          </a:prstGeom>
          <a:solidFill>
            <a:srgbClr val="0E1A3C"/>
          </a:solidFill>
          <a:ln w="635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85800" y="534924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解析双链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783080" y="5349240"/>
            <a:ext cx="960120" cy="731520"/>
          </a:xfrm>
          <a:prstGeom prst="roundRect">
            <a:avLst>
              <a:gd name="adj" fmla="val 6250"/>
            </a:avLst>
          </a:prstGeom>
          <a:solidFill>
            <a:srgbClr val="0E1A3C"/>
          </a:solidFill>
          <a:ln w="635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783080" y="534924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 note_link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880360" y="5349240"/>
            <a:ext cx="960120" cy="731520"/>
          </a:xfrm>
          <a:prstGeom prst="roundRect">
            <a:avLst>
              <a:gd name="adj" fmla="val 6250"/>
            </a:avLst>
          </a:prstGeom>
          <a:solidFill>
            <a:srgbClr val="0E1A3C"/>
          </a:solidFill>
          <a:ln w="635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2880360" y="534924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返回详情与统计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00200" y="4526280"/>
            <a:ext cx="228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69266"/>
                </a:solidFill>
              </a:rPr>
              <a:t>›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697480" y="4526280"/>
            <a:ext cx="228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69266"/>
                </a:solidFill>
              </a:rPr>
              <a:t>›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00200" y="5349240"/>
            <a:ext cx="228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69266"/>
                </a:solidFill>
              </a:rPr>
              <a:t>›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697480" y="5349240"/>
            <a:ext cx="228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69266"/>
                </a:solidFill>
              </a:rPr>
              <a:t>›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223760" y="1371600"/>
            <a:ext cx="4526280" cy="466344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Image 0" descr="/agent/turn1/workspace/build/images/image_10EA2A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508760"/>
            <a:ext cx="4251960" cy="265176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7360920" y="4251960"/>
            <a:ext cx="73152" cy="274320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4"/>
          <p:cNvSpPr/>
          <p:nvPr/>
        </p:nvSpPr>
        <p:spPr>
          <a:xfrm>
            <a:off x="7498080" y="4251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笔记编辑界面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7360920" y="4617720"/>
            <a:ext cx="4251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正文编辑、链接面板与目录导航联动展示；侧栏实时反馈出入链关系，方便检索与跳转。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B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7"/>
          <p:cNvSpPr/>
          <p:nvPr/>
        </p:nvSpPr>
        <p:spPr>
          <a:xfrm>
            <a:off x="457200" y="6638544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D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Spring Boot + Vue 的个人双链笔记系统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972800" y="663854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D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85800" y="365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系统运行效果展示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457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运行效果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77295" cy="0"/>
          </a:xfrm>
          <a:prstGeom prst="line">
            <a:avLst/>
          </a:prstGeom>
          <a:noFill/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57784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3794760" y="16916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6ECE0"/>
          </a:solidFill>
          <a:ln w="9525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37947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92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343400" y="16459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知识库工作台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794760" y="228600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目录树 + 笔记列表 + 编辑区三栏协同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1371600"/>
            <a:ext cx="557784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1" descr="/agent/turn1/workspace/build/images/image_1C2CD07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08760"/>
            <a:ext cx="3108960" cy="21945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555480" y="16916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6ECE0"/>
          </a:solidFill>
          <a:ln w="9525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1"/>
          <p:cNvSpPr/>
          <p:nvPr/>
        </p:nvSpPr>
        <p:spPr>
          <a:xfrm>
            <a:off x="95554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92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0104120" y="16459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搜索面板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9555480" y="228600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 / 正文 / 标签多维检索与高亮定位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4023360"/>
            <a:ext cx="557784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5"/>
          <p:cNvSpPr/>
          <p:nvPr/>
        </p:nvSpPr>
        <p:spPr>
          <a:xfrm>
            <a:off x="3794760" y="43434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6ECE0"/>
          </a:solidFill>
          <a:ln w="9525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6"/>
          <p:cNvSpPr/>
          <p:nvPr/>
        </p:nvSpPr>
        <p:spPr>
          <a:xfrm>
            <a:off x="379476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92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343400" y="42976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3794760" y="493776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双链关系可视化，支持局部扩展查看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217920" y="4023360"/>
            <a:ext cx="557784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0"/>
          <p:cNvSpPr/>
          <p:nvPr/>
        </p:nvSpPr>
        <p:spPr>
          <a:xfrm>
            <a:off x="9555480" y="43434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6ECE0"/>
          </a:solidFill>
          <a:ln w="9525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1"/>
          <p:cNvSpPr/>
          <p:nvPr/>
        </p:nvSpPr>
        <p:spPr>
          <a:xfrm>
            <a:off x="955548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92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0104120" y="42976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模板中心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9555480" y="493776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模板创建、复用与快速新建笔记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B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5"/>
          <p:cNvSpPr/>
          <p:nvPr/>
        </p:nvSpPr>
        <p:spPr>
          <a:xfrm>
            <a:off x="457200" y="6638544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D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Spring Boot + Vue 的个人双链笔记系统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0972800" y="663854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D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11</a:t>
            </a:r>
            <a:endParaRPr lang="en-US" sz="900" dirty="0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22BD5AA5-74AD-AE18-C8FC-883A14E26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583955"/>
            <a:ext cx="2959770" cy="2119365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99F687A2-DAE9-C17F-774A-933AE11B5E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388" y="4177647"/>
            <a:ext cx="2721182" cy="2160306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2BEC7EA4-8B3A-58E6-416A-44F02201E4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2228" y="4069088"/>
            <a:ext cx="2916092" cy="22688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85800" y="365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项目特色与亮点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457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特色亮点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77295" cy="0"/>
          </a:xfrm>
          <a:prstGeom prst="line">
            <a:avLst/>
          </a:prstGeom>
          <a:noFill/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5778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双链驱动的知识组织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[[...]] 语法建立笔记之间的引用关系，让知识成为可联通、可追踪的网络结构。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5778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492240" y="16459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9224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69480" y="16459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检索与图谱联动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3774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既支持关键词、标题、正文与标签检索，也支持从整体图谱理解结构，兼顾局部定位与全局认知。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55778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31520" y="37947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31520" y="3794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37947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自动保存与历史版本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5262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降低内容丢失风险，通过历史快照实现版本追踪与恢复，增强日常使用可靠性。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520440"/>
            <a:ext cx="55778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492240" y="37947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492240" y="3794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69480" y="37947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工程实用性较强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2240" y="45262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已实现模板复用、主题切换、PDF / HTML / Markdown 导出，兼顾演示效果与实际可用。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623560"/>
            <a:ext cx="11277295" cy="685800"/>
          </a:xfrm>
          <a:prstGeom prst="roundRect">
            <a:avLst>
              <a:gd name="adj" fmla="val 10667"/>
            </a:avLst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57200" y="562356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项目不只做存储，而是更关注知识之间的连接、复用与理解。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B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57200" y="6638544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D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Spring Boot + Vue 的个人双链笔记系统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63854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D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85800" y="365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不足与后续改进方向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457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改进方向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77295" cy="0"/>
          </a:xfrm>
          <a:prstGeom prst="line">
            <a:avLst/>
          </a:prstGeom>
          <a:noFill/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6ECE0"/>
          </a:solidFill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00" cy="91440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当前不足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14884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受数据库唯一性约束影响，</a:t>
            </a:r>
            <a:r>
              <a:rPr lang="en-US" sz="12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回收站尚未完成，目前主要依赖软删除字段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29718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知识图谱以全局图为主，局部关系分析仍可细化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31520" y="3840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379476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性能优化仍有提升空间，图谱与检索响应有待提升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6634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46177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</a:t>
            </a:r>
            <a:r>
              <a:rPr lang="zh-CN" alt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双链</a:t>
            </a:r>
            <a:r>
              <a:rPr lang="en-US" sz="12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块级索引，段落级引用与定位精度不如</a:t>
            </a: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Obsidian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13716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217920" y="1371600"/>
            <a:ext cx="5486400" cy="9144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492240" y="1600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后续优化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92240" y="21945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492240" y="2194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95160" y="214884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完成回收站、恢复与彻底删除闭环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3017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492240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5160" y="29718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增加局部关系图、知识路径探索与版本差异对比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92240" y="38404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492240" y="3840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95160" y="379476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引入缓存与索引调优，提升图谱渲染与检索响应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92240" y="46634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492240" y="4663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95160" y="46177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引入块级</a:t>
            </a: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ID 与 [[</a:t>
            </a:r>
            <a:r>
              <a:rPr lang="en-US" sz="12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笔记块ID</a:t>
            </a: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]] </a:t>
            </a:r>
            <a:r>
              <a:rPr lang="en-US" sz="12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语法，支持段落级精确引用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5760720"/>
            <a:ext cx="11277295" cy="640080"/>
          </a:xfrm>
          <a:prstGeom prst="roundRect">
            <a:avLst>
              <a:gd name="adj" fmla="val 8571"/>
            </a:avLst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当前版本已具备核心业务能力，后续工作重点放在工程完善和知识分析能力增强上。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B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457200" y="6638544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D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Spring Boot + Vue 的个人双链笔记系统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2800" y="663854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D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731520" y="7315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800" dirty="0">
                <a:solidFill>
                  <a:srgbClr val="E8B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 报 总 结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13716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谢谢各位老师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731520" y="22860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E8B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恳请批评指正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731520" y="3246120"/>
            <a:ext cx="914400" cy="54864"/>
          </a:xfrm>
          <a:prstGeom prst="rect">
            <a:avLst/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731520" y="347472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D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本项目完成了个人双链笔记系统的设计与实现，已形成知识录入、组织、关联、检索与可视化的完整闭环，兼顾实用性与工程可完成度。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31520" y="5120640"/>
            <a:ext cx="2194560" cy="914400"/>
          </a:xfrm>
          <a:prstGeom prst="roundRect">
            <a:avLst>
              <a:gd name="adj" fmla="val 50000"/>
            </a:avLst>
          </a:prstGeom>
          <a:solidFill>
            <a:srgbClr val="C69266"/>
          </a:solidFill>
          <a:ln w="12700">
            <a:solidFill>
              <a:srgbClr val="C692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731520" y="51206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2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B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457200" y="6638544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D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Spring Boot + Vue 的个人双链笔记系统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972800" y="663854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D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1029</Words>
  <Application>Microsoft Office PowerPoint</Application>
  <PresentationFormat>宽屏</PresentationFormat>
  <Paragraphs>237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Microsoft YaHei</vt:lpstr>
      <vt:lpstr>Arial</vt:lpstr>
      <vt:lpstr>Consolas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锦润 王</dc:creator>
  <cp:lastModifiedBy>锦润 王</cp:lastModifiedBy>
  <cp:revision>1</cp:revision>
  <dcterms:created xsi:type="dcterms:W3CDTF">2026-04-24T02:49:16Z</dcterms:created>
  <dcterms:modified xsi:type="dcterms:W3CDTF">2026-04-25T00:54:01Z</dcterms:modified>
</cp:coreProperties>
</file>